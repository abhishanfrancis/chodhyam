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57" r:id="rId2"/>
    <p:sldMasterId id="2147483663" r:id="rId3"/>
  </p:sldMasterIdLst>
  <p:notesMasterIdLst>
    <p:notesMasterId r:id="rId59"/>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Lst>
  <p:sldSz cx="12192000" cy="6858000"/>
  <p:notesSz cx="6858000" cy="9144000"/>
  <p:embeddedFontLst>
    <p:embeddedFont>
      <p:font typeface="Archivo Narrow" panose="020B0604020202020204" charset="0"/>
      <p:regular r:id="rId60"/>
      <p:bold r:id="rId61"/>
      <p:italic r:id="rId62"/>
      <p:boldItalic r:id="rId63"/>
    </p:embeddedFont>
    <p:embeddedFont>
      <p:font typeface="Archivo Narrow Medium" panose="020B0604020202020204" charset="0"/>
      <p:regular r:id="rId64"/>
      <p:bold r:id="rId65"/>
      <p:italic r:id="rId66"/>
      <p:boldItalic r:id="rId67"/>
    </p:embeddedFont>
    <p:embeddedFont>
      <p:font typeface="Cambria" panose="02040503050406030204" pitchFamily="18" charset="0"/>
      <p:regular r:id="rId68"/>
      <p:bold r:id="rId69"/>
      <p:italic r:id="rId70"/>
      <p:boldItalic r:id="rId71"/>
    </p:embeddedFont>
    <p:embeddedFont>
      <p:font typeface="Georgia" panose="02040502050405020303" pitchFamily="18" charset="0"/>
      <p:regular r:id="rId72"/>
      <p:bold r:id="rId73"/>
      <p:italic r:id="rId74"/>
      <p:boldItalic r:id="rId75"/>
    </p:embeddedFont>
    <p:embeddedFont>
      <p:font typeface="Google Sans" panose="020B0604020202020204" charset="0"/>
      <p:regular r:id="rId76"/>
      <p:bold r:id="rId77"/>
      <p:italic r:id="rId78"/>
      <p:boldItalic r:id="rId79"/>
    </p:embeddedFont>
    <p:embeddedFont>
      <p:font typeface="IBM Plex Sans Condensed" panose="020B0506050203000203" pitchFamily="34" charset="0"/>
      <p:regular r:id="rId80"/>
      <p:bold r:id="rId81"/>
      <p:italic r:id="rId82"/>
      <p:boldItalic r:id="rId83"/>
    </p:embeddedFont>
    <p:embeddedFont>
      <p:font typeface="Yellowtail" panose="020B0604020202020204" charset="0"/>
      <p:regular r:id="rId8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5" roundtripDataSignature="AMtx7migSvB+KwKOUsivQ2Y42+/GEW6aH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765884C-48F7-426B-96F7-66D65CDCD0BC}">
  <a:tblStyle styleId="{A765884C-48F7-426B-96F7-66D65CDCD0BC}"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font" Target="fonts/font4.fntdata"/><Relationship Id="rId68" Type="http://schemas.openxmlformats.org/officeDocument/2006/relationships/font" Target="fonts/font9.fntdata"/><Relationship Id="rId84" Type="http://schemas.openxmlformats.org/officeDocument/2006/relationships/font" Target="fonts/font25.fntdata"/><Relationship Id="rId89" Type="http://schemas.openxmlformats.org/officeDocument/2006/relationships/tableStyles" Target="tableStyles.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font" Target="fonts/font15.fntdata"/><Relationship Id="rId79" Type="http://schemas.openxmlformats.org/officeDocument/2006/relationships/font" Target="fonts/font20.fntdata"/><Relationship Id="rId5" Type="http://schemas.openxmlformats.org/officeDocument/2006/relationships/slide" Target="slides/slide2.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font" Target="fonts/font5.fntdata"/><Relationship Id="rId69" Type="http://schemas.openxmlformats.org/officeDocument/2006/relationships/font" Target="fonts/font10.fntdata"/><Relationship Id="rId77" Type="http://schemas.openxmlformats.org/officeDocument/2006/relationships/font" Target="fonts/font18.fntdata"/><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font" Target="fonts/font13.fntdata"/><Relationship Id="rId80" Type="http://schemas.openxmlformats.org/officeDocument/2006/relationships/font" Target="fonts/font21.fntdata"/><Relationship Id="rId85" Type="http://customschemas.google.com/relationships/presentationmetadata" Target="metadata"/><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notesMaster" Target="notesMasters/notesMaster1.xml"/><Relationship Id="rId67" Type="http://schemas.openxmlformats.org/officeDocument/2006/relationships/font" Target="fonts/font8.fntdata"/><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font" Target="fonts/font3.fntdata"/><Relationship Id="rId70" Type="http://schemas.openxmlformats.org/officeDocument/2006/relationships/font" Target="fonts/font11.fntdata"/><Relationship Id="rId75" Type="http://schemas.openxmlformats.org/officeDocument/2006/relationships/font" Target="fonts/font16.fntdata"/><Relationship Id="rId83" Type="http://schemas.openxmlformats.org/officeDocument/2006/relationships/font" Target="fonts/font24.fntdata"/><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font" Target="fonts/font1.fntdata"/><Relationship Id="rId65" Type="http://schemas.openxmlformats.org/officeDocument/2006/relationships/font" Target="fonts/font6.fntdata"/><Relationship Id="rId73" Type="http://schemas.openxmlformats.org/officeDocument/2006/relationships/font" Target="fonts/font14.fntdata"/><Relationship Id="rId78" Type="http://schemas.openxmlformats.org/officeDocument/2006/relationships/font" Target="fonts/font19.fntdata"/><Relationship Id="rId81" Type="http://schemas.openxmlformats.org/officeDocument/2006/relationships/font" Target="fonts/font22.fntdata"/><Relationship Id="rId86"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font" Target="fonts/font17.fntdata"/><Relationship Id="rId7" Type="http://schemas.openxmlformats.org/officeDocument/2006/relationships/slide" Target="slides/slide4.xml"/><Relationship Id="rId71" Type="http://schemas.openxmlformats.org/officeDocument/2006/relationships/font" Target="fonts/font12.fntdata"/><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font" Target="fonts/font7.fntdata"/><Relationship Id="rId87" Type="http://schemas.openxmlformats.org/officeDocument/2006/relationships/viewProps" Target="viewProps.xml"/><Relationship Id="rId61" Type="http://schemas.openxmlformats.org/officeDocument/2006/relationships/font" Target="fonts/font2.fntdata"/><Relationship Id="rId82" Type="http://schemas.openxmlformats.org/officeDocument/2006/relationships/font" Target="fonts/font23.fntdata"/><Relationship Id="rId19"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2" name="Google Shape;20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8" name="Google Shape;20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4" name="Google Shape;21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0" name="Google Shape;22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3eb49f747ae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8" name="Google Shape;228;g3eb49f747a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9" name="Google Shape;229;g3eb49f747a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7" name="Google Shape;237;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8" name="Google Shape;238;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6" name="Google Shape;24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3" name="Google Shape;253;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0" name="Google Shape;26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7" name="Google Shape;26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1" name="Google Shape;281;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2" name="Google Shape;282;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0" name="Google Shape;290;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1" name="Google Shape;291;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9" name="Google Shape;299;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5" name="Google Shape;305;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6" name="Google Shape;306;p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5" name="Google Shape;315;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6" name="Google Shape;316;p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3" name="Google Shape;323;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0" name="Google Shape;33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7" name="Google Shape;337;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3" name="Google Shape;343;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3" name="Google Shape;353;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9" name="Google Shape;359;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6" name="Google Shape;366;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3" name="Google Shape;373;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0" name="Google Shape;380;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7" name="Google Shape;387;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4" name="Google Shape;394;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1" name="Google Shape;401;p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2" name="Google Shape;402;p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0" name="Google Shape;410;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7" name="Google Shape;417;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4" name="Google Shape;424;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0" name="Google Shape;430;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6" name="Google Shape;436;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437" name="Google Shape;437;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32</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3" name="Google Shape;443;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p7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9" name="Google Shape;449;p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7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6" name="Google Shape;456;p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p7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3" name="Google Shape;463;p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p7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0" name="Google Shape;470;p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p8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7" name="Google Shape;477;p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p8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4" name="Google Shape;484;p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1" name="Google Shape;491;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None/>
            </a:pPr>
            <a:r>
              <a:rPr lang="en-US" b="1" i="0">
                <a:solidFill>
                  <a:srgbClr val="767676"/>
                </a:solidFill>
                <a:latin typeface="Arial"/>
                <a:ea typeface="Arial"/>
                <a:cs typeface="Arial"/>
                <a:sym typeface="Arial"/>
              </a:rPr>
              <a:t>Flask</a:t>
            </a:r>
            <a:r>
              <a:rPr lang="en-US" b="0" i="0">
                <a:solidFill>
                  <a:srgbClr val="767676"/>
                </a:solidFill>
                <a:latin typeface="Arial"/>
                <a:ea typeface="Arial"/>
                <a:cs typeface="Arial"/>
                <a:sym typeface="Arial"/>
              </a:rPr>
              <a:t> is a micro framework, while </a:t>
            </a:r>
            <a:r>
              <a:rPr lang="en-US" b="1" i="0">
                <a:solidFill>
                  <a:srgbClr val="767676"/>
                </a:solidFill>
                <a:latin typeface="Arial"/>
                <a:ea typeface="Arial"/>
                <a:cs typeface="Arial"/>
                <a:sym typeface="Arial"/>
              </a:rPr>
              <a:t>FastAPI </a:t>
            </a:r>
            <a:r>
              <a:rPr lang="en-US" b="0" i="0">
                <a:solidFill>
                  <a:srgbClr val="767676"/>
                </a:solidFill>
                <a:latin typeface="Arial"/>
                <a:ea typeface="Arial"/>
                <a:cs typeface="Arial"/>
                <a:sym typeface="Arial"/>
              </a:rPr>
              <a:t>is a full-stack framework. FastAPI is much better when it comes to performance and speed.</a:t>
            </a:r>
            <a:endParaRPr/>
          </a:p>
          <a:p>
            <a:pPr marL="457200" lvl="0" indent="-228600" algn="l" rtl="0">
              <a:lnSpc>
                <a:spcPct val="100000"/>
              </a:lnSpc>
              <a:spcBef>
                <a:spcPts val="0"/>
              </a:spcBef>
              <a:spcAft>
                <a:spcPts val="0"/>
              </a:spcAft>
              <a:buSzPts val="1400"/>
              <a:buNone/>
            </a:pPr>
            <a:endParaRPr b="0" i="0">
              <a:solidFill>
                <a:srgbClr val="767676"/>
              </a:solidFill>
              <a:latin typeface="Arial"/>
              <a:ea typeface="Arial"/>
              <a:cs typeface="Arial"/>
              <a:sym typeface="Arial"/>
            </a:endParaRPr>
          </a:p>
          <a:p>
            <a:pPr marL="457200" lvl="0" indent="-228600" algn="l" rtl="0">
              <a:lnSpc>
                <a:spcPct val="100000"/>
              </a:lnSpc>
              <a:spcBef>
                <a:spcPts val="0"/>
              </a:spcBef>
              <a:spcAft>
                <a:spcPts val="0"/>
              </a:spcAft>
              <a:buSzPts val="1400"/>
              <a:buNone/>
            </a:pPr>
            <a:r>
              <a:rPr lang="en-US" b="1" i="0">
                <a:solidFill>
                  <a:srgbClr val="767676"/>
                </a:solidFill>
                <a:latin typeface="Arial"/>
                <a:ea typeface="Arial"/>
                <a:cs typeface="Arial"/>
                <a:sym typeface="Arial"/>
              </a:rPr>
              <a:t>Docker</a:t>
            </a:r>
            <a:r>
              <a:rPr lang="en-US" b="0" i="0">
                <a:solidFill>
                  <a:srgbClr val="767676"/>
                </a:solidFill>
                <a:latin typeface="Arial"/>
                <a:ea typeface="Arial"/>
                <a:cs typeface="Arial"/>
                <a:sym typeface="Arial"/>
              </a:rPr>
              <a:t> is a software platform that allows you to build, test, and deploy applications quickly. Docker packages software into standardized units called containers that have everything the software needs to run including libraries, system tools, code, and runtime. Using Docker, you can quickly deploy and scale applications into any environment and know your code will run. Docker works by providing a standard way to run your code. Docker is an operating system for containers. Similar to how a virtual machine virtualizes (removes the need to directly manage) server hardware, containers virtualize the operating system of a server. Docker is installed on each server and provides simple commands you can use to build, start, or stop containers.</a:t>
            </a:r>
            <a:endParaRPr/>
          </a:p>
          <a:p>
            <a:pPr marL="457200" marR="0" lvl="0" indent="-228600" algn="l" rtl="0">
              <a:lnSpc>
                <a:spcPct val="100000"/>
              </a:lnSpc>
              <a:spcBef>
                <a:spcPts val="0"/>
              </a:spcBef>
              <a:spcAft>
                <a:spcPts val="0"/>
              </a:spcAft>
              <a:buClr>
                <a:srgbClr val="000000"/>
              </a:buClr>
              <a:buSzPts val="1400"/>
              <a:buFont typeface="Arial"/>
              <a:buNone/>
            </a:pPr>
            <a:endParaRPr b="1" i="0">
              <a:solidFill>
                <a:srgbClr val="767676"/>
              </a:solidFill>
              <a:latin typeface="Arial"/>
              <a:ea typeface="Arial"/>
              <a:cs typeface="Arial"/>
              <a:sym typeface="Arial"/>
            </a:endParaRPr>
          </a:p>
        </p:txBody>
      </p:sp>
      <p:sp>
        <p:nvSpPr>
          <p:cNvPr id="492" name="Google Shape;492;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40</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8" name="Google Shape;498;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4" name="Google Shape;504;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1" name="Google Shape;511;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9" name="Google Shape;519;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6" name="Google Shape;526;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r>
              <a:rPr lang="en-US" sz="1200" b="1" i="0" u="none" strike="noStrike" cap="none">
                <a:solidFill>
                  <a:schemeClr val="dk1"/>
                </a:solidFill>
                <a:latin typeface="Calibri"/>
                <a:ea typeface="Calibri"/>
                <a:cs typeface="Calibri"/>
                <a:sym typeface="Calibri"/>
              </a:rPr>
              <a:t>Regularization</a:t>
            </a:r>
            <a:r>
              <a:rPr lang="en-US" sz="1200" b="0" i="0" u="none" strike="noStrike" cap="none">
                <a:solidFill>
                  <a:schemeClr val="dk1"/>
                </a:solidFill>
                <a:latin typeface="Calibri"/>
                <a:ea typeface="Calibri"/>
                <a:cs typeface="Calibri"/>
                <a:sym typeface="Calibri"/>
              </a:rPr>
              <a:t> in machine learning is a set of techniques used to </a:t>
            </a:r>
            <a:r>
              <a:rPr lang="en-US" sz="1200" b="1" i="0" u="none" strike="noStrike" cap="none">
                <a:solidFill>
                  <a:schemeClr val="dk1"/>
                </a:solidFill>
                <a:latin typeface="Calibri"/>
                <a:ea typeface="Calibri"/>
                <a:cs typeface="Calibri"/>
                <a:sym typeface="Calibri"/>
              </a:rPr>
              <a:t>prevent overfitting </a:t>
            </a:r>
            <a:r>
              <a:rPr lang="en-US" sz="1200" b="0" i="0" u="none" strike="noStrike" cap="none">
                <a:solidFill>
                  <a:schemeClr val="dk1"/>
                </a:solidFill>
                <a:latin typeface="Calibri"/>
                <a:ea typeface="Calibri"/>
                <a:cs typeface="Calibri"/>
                <a:sym typeface="Calibri"/>
              </a:rPr>
              <a:t>and improve a model's ability to generalize to new, unseen data. It essentially adds a penalty to the model's loss function, discouraging it from learning overly complex patterns that might not be representative of the underlying data. </a:t>
            </a:r>
            <a:r>
              <a:rPr lang="en-US" b="0" i="0">
                <a:solidFill>
                  <a:srgbClr val="001D35"/>
                </a:solidFill>
                <a:latin typeface="Google Sans"/>
                <a:ea typeface="Google Sans"/>
                <a:cs typeface="Google Sans"/>
                <a:sym typeface="Google Sans"/>
              </a:rPr>
              <a:t> in machine learning is a set of techniques used to prevent overfitting and improve a model's ability to generalize to new, unseen data. It essentially adds a penalty to the model's loss function, </a:t>
            </a:r>
            <a:r>
              <a:rPr lang="en-US" b="1" i="0">
                <a:solidFill>
                  <a:srgbClr val="001D35"/>
                </a:solidFill>
                <a:latin typeface="Google Sans"/>
                <a:ea typeface="Google Sans"/>
                <a:cs typeface="Google Sans"/>
                <a:sym typeface="Google Sans"/>
              </a:rPr>
              <a:t>discouraging it from learning overly complex patterns </a:t>
            </a:r>
            <a:r>
              <a:rPr lang="en-US" b="0" i="0">
                <a:solidFill>
                  <a:srgbClr val="001D35"/>
                </a:solidFill>
                <a:latin typeface="Google Sans"/>
                <a:ea typeface="Google Sans"/>
                <a:cs typeface="Google Sans"/>
                <a:sym typeface="Google Sans"/>
              </a:rPr>
              <a:t>that might not be representative of the underlying data. </a:t>
            </a:r>
            <a:endParaRPr/>
          </a:p>
          <a:p>
            <a:pPr marL="457200" marR="0" lvl="0" indent="-228600" algn="l" rtl="0">
              <a:lnSpc>
                <a:spcPct val="100000"/>
              </a:lnSpc>
              <a:spcBef>
                <a:spcPts val="0"/>
              </a:spcBef>
              <a:spcAft>
                <a:spcPts val="0"/>
              </a:spcAft>
              <a:buClr>
                <a:srgbClr val="000000"/>
              </a:buClr>
              <a:buSzPts val="1400"/>
              <a:buFont typeface="Arial"/>
              <a:buNone/>
            </a:pPr>
            <a:r>
              <a:rPr lang="en-US" sz="1200" b="1" i="0" u="none" strike="noStrike" cap="none">
                <a:solidFill>
                  <a:schemeClr val="dk1"/>
                </a:solidFill>
                <a:latin typeface="Calibri"/>
                <a:ea typeface="Calibri"/>
                <a:cs typeface="Calibri"/>
                <a:sym typeface="Calibri"/>
              </a:rPr>
              <a:t>Cross-validation</a:t>
            </a:r>
            <a:r>
              <a:rPr lang="en-US" sz="1200" b="0" i="0" u="none" strike="noStrike" cap="none">
                <a:solidFill>
                  <a:schemeClr val="dk1"/>
                </a:solidFill>
                <a:latin typeface="Calibri"/>
                <a:ea typeface="Calibri"/>
                <a:cs typeface="Calibri"/>
                <a:sym typeface="Calibri"/>
              </a:rPr>
              <a:t> is a technique used in machine learning to evaluate how well a model generalizes to new, unseen data. It involves </a:t>
            </a:r>
            <a:r>
              <a:rPr lang="en-US" sz="1200" b="1" i="0" u="none" strike="noStrike" cap="none">
                <a:solidFill>
                  <a:schemeClr val="dk1"/>
                </a:solidFill>
                <a:latin typeface="Calibri"/>
                <a:ea typeface="Calibri"/>
                <a:cs typeface="Calibri"/>
                <a:sym typeface="Calibri"/>
              </a:rPr>
              <a:t>splitting the dataset into multiple subsets (folds)</a:t>
            </a:r>
            <a:r>
              <a:rPr lang="en-US" sz="1200" b="0" i="0" u="none" strike="noStrike" cap="none">
                <a:solidFill>
                  <a:schemeClr val="dk1"/>
                </a:solidFill>
                <a:latin typeface="Calibri"/>
                <a:ea typeface="Calibri"/>
                <a:cs typeface="Calibri"/>
                <a:sym typeface="Calibri"/>
              </a:rPr>
              <a:t>, </a:t>
            </a:r>
            <a:r>
              <a:rPr lang="en-US" sz="1200" b="1" i="0" u="none" strike="noStrike" cap="none">
                <a:solidFill>
                  <a:schemeClr val="dk1"/>
                </a:solidFill>
                <a:latin typeface="Calibri"/>
                <a:ea typeface="Calibri"/>
                <a:cs typeface="Calibri"/>
                <a:sym typeface="Calibri"/>
              </a:rPr>
              <a:t>training the model on some folds, and testing it on the remaining fold(s</a:t>
            </a:r>
            <a:r>
              <a:rPr lang="en-US" sz="1200" b="0" i="0" u="none" strike="noStrike" cap="none">
                <a:solidFill>
                  <a:schemeClr val="dk1"/>
                </a:solidFill>
                <a:latin typeface="Calibri"/>
                <a:ea typeface="Calibri"/>
                <a:cs typeface="Calibri"/>
                <a:sym typeface="Calibri"/>
              </a:rPr>
              <a:t>). By </a:t>
            </a:r>
            <a:r>
              <a:rPr lang="en-US" sz="1200" b="1" i="0" u="none" strike="noStrike" cap="none">
                <a:solidFill>
                  <a:schemeClr val="dk1"/>
                </a:solidFill>
                <a:latin typeface="Calibri"/>
                <a:ea typeface="Calibri"/>
                <a:cs typeface="Calibri"/>
                <a:sym typeface="Calibri"/>
              </a:rPr>
              <a:t>repeating</a:t>
            </a:r>
            <a:r>
              <a:rPr lang="en-US" sz="1200" b="0" i="0" u="none" strike="noStrike" cap="none">
                <a:solidFill>
                  <a:schemeClr val="dk1"/>
                </a:solidFill>
                <a:latin typeface="Calibri"/>
                <a:ea typeface="Calibri"/>
                <a:cs typeface="Calibri"/>
                <a:sym typeface="Calibri"/>
              </a:rPr>
              <a:t> this process with </a:t>
            </a:r>
            <a:r>
              <a:rPr lang="en-US" sz="1200" b="1" i="0" u="none" strike="noStrike" cap="none">
                <a:solidFill>
                  <a:schemeClr val="dk1"/>
                </a:solidFill>
                <a:latin typeface="Calibri"/>
                <a:ea typeface="Calibri"/>
                <a:cs typeface="Calibri"/>
                <a:sym typeface="Calibri"/>
              </a:rPr>
              <a:t>different fold combinations,</a:t>
            </a:r>
            <a:r>
              <a:rPr lang="en-US" sz="1200" b="0" i="0" u="none" strike="noStrike" cap="none">
                <a:solidFill>
                  <a:schemeClr val="dk1"/>
                </a:solidFill>
                <a:latin typeface="Calibri"/>
                <a:ea typeface="Calibri"/>
                <a:cs typeface="Calibri"/>
                <a:sym typeface="Calibri"/>
              </a:rPr>
              <a:t> cross-validation provides a more robust estimate of the model's performance than a single train-test split. </a:t>
            </a:r>
            <a:endParaRPr/>
          </a:p>
        </p:txBody>
      </p:sp>
      <p:sp>
        <p:nvSpPr>
          <p:cNvPr id="527" name="Google Shape;527;p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45</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4" name="Google Shape;534;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0" name="Google Shape;540;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7" name="Google Shape;547;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4" name="Google Shape;554;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0" name="Google Shape;560;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8" name="Google Shape;568;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6" name="Google Shape;576;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4" name="Google Shape;584;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0" name="Google Shape;590;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p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7" name="Google Shape;597;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50"/>
          <p:cNvSpPr txBox="1">
            <a:spLocks noGrp="1"/>
          </p:cNvSpPr>
          <p:nvPr>
            <p:ph type="ctrTitle"/>
          </p:nvPr>
        </p:nvSpPr>
        <p:spPr>
          <a:xfrm>
            <a:off x="415600" y="1886797"/>
            <a:ext cx="11360700" cy="1842900"/>
          </a:xfrm>
          <a:prstGeom prst="rect">
            <a:avLst/>
          </a:prstGeom>
          <a:noFill/>
          <a:ln>
            <a:noFill/>
          </a:ln>
        </p:spPr>
        <p:txBody>
          <a:bodyPr spcFirstLastPara="1" wrap="square" lIns="121900" tIns="121900" rIns="121900" bIns="121900" anchor="b" anchorCtr="0">
            <a:no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a:endParaRPr/>
          </a:p>
        </p:txBody>
      </p:sp>
      <p:sp>
        <p:nvSpPr>
          <p:cNvPr id="21" name="Google Shape;21;p50"/>
          <p:cNvSpPr txBox="1">
            <a:spLocks noGrp="1"/>
          </p:cNvSpPr>
          <p:nvPr>
            <p:ph type="subTitle" idx="1"/>
          </p:nvPr>
        </p:nvSpPr>
        <p:spPr>
          <a:xfrm>
            <a:off x="415600" y="3778833"/>
            <a:ext cx="11360700" cy="1056900"/>
          </a:xfrm>
          <a:prstGeom prst="rect">
            <a:avLst/>
          </a:prstGeom>
          <a:noFill/>
          <a:ln>
            <a:noFill/>
          </a:ln>
        </p:spPr>
        <p:txBody>
          <a:bodyPr spcFirstLastPara="1" wrap="square" lIns="121900" tIns="121900" rIns="121900" bIns="121900" anchor="t"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22" name="Google Shape;22;p50"/>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3" name="Google Shape;23;p50"/>
          <p:cNvSpPr/>
          <p:nvPr/>
        </p:nvSpPr>
        <p:spPr>
          <a:xfrm>
            <a:off x="-9450" y="-30350"/>
            <a:ext cx="12216600" cy="737100"/>
          </a:xfrm>
          <a:prstGeom prst="rect">
            <a:avLst/>
          </a:prstGeom>
          <a:solidFill>
            <a:srgbClr val="0C5394"/>
          </a:solidFill>
          <a:ln w="9525" cap="flat" cmpd="sng">
            <a:solidFill>
              <a:srgbClr val="0C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Condensed"/>
              <a:ea typeface="IBM Plex Sans Condensed"/>
              <a:cs typeface="IBM Plex Sans Condensed"/>
              <a:sym typeface="IBM Plex Sans Condensed"/>
            </a:endParaRPr>
          </a:p>
        </p:txBody>
      </p:sp>
      <p:sp>
        <p:nvSpPr>
          <p:cNvPr id="24" name="Google Shape;24;p50"/>
          <p:cNvSpPr/>
          <p:nvPr/>
        </p:nvSpPr>
        <p:spPr>
          <a:xfrm>
            <a:off x="-9325" y="154075"/>
            <a:ext cx="12209100" cy="1282500"/>
          </a:xfrm>
          <a:prstGeom prst="roundRect">
            <a:avLst>
              <a:gd name="adj" fmla="val 10177"/>
            </a:avLst>
          </a:prstGeom>
          <a:solidFill>
            <a:srgbClr val="0C5394"/>
          </a:solidFill>
          <a:ln w="9525" cap="flat" cmpd="sng">
            <a:solidFill>
              <a:srgbClr val="0C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Condensed"/>
              <a:ea typeface="IBM Plex Sans Condensed"/>
              <a:cs typeface="IBM Plex Sans Condensed"/>
              <a:sym typeface="IBM Plex Sans Condensed"/>
            </a:endParaRPr>
          </a:p>
        </p:txBody>
      </p:sp>
      <p:sp>
        <p:nvSpPr>
          <p:cNvPr id="25" name="Google Shape;25;p50"/>
          <p:cNvSpPr/>
          <p:nvPr/>
        </p:nvSpPr>
        <p:spPr>
          <a:xfrm>
            <a:off x="10763550" y="-30350"/>
            <a:ext cx="868800" cy="1467000"/>
          </a:xfrm>
          <a:prstGeom prst="parallelogram">
            <a:avLst>
              <a:gd name="adj" fmla="val 57856"/>
            </a:avLst>
          </a:prstGeom>
          <a:solidFill>
            <a:srgbClr val="D2AE6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Condensed"/>
              <a:ea typeface="IBM Plex Sans Condensed"/>
              <a:cs typeface="IBM Plex Sans Condensed"/>
              <a:sym typeface="IBM Plex Sans Condensed"/>
            </a:endParaRPr>
          </a:p>
        </p:txBody>
      </p:sp>
      <p:sp>
        <p:nvSpPr>
          <p:cNvPr id="26" name="Google Shape;26;p50"/>
          <p:cNvSpPr/>
          <p:nvPr/>
        </p:nvSpPr>
        <p:spPr>
          <a:xfrm>
            <a:off x="7714000" y="-30350"/>
            <a:ext cx="3841800" cy="1488900"/>
          </a:xfrm>
          <a:prstGeom prst="parallelogram">
            <a:avLst>
              <a:gd name="adj" fmla="val 33925"/>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Condensed"/>
              <a:ea typeface="IBM Plex Sans Condensed"/>
              <a:cs typeface="IBM Plex Sans Condensed"/>
              <a:sym typeface="IBM Plex Sans Condensed"/>
            </a:endParaRPr>
          </a:p>
        </p:txBody>
      </p:sp>
      <p:pic>
        <p:nvPicPr>
          <p:cNvPr id="27" name="Google Shape;27;p50"/>
          <p:cNvPicPr preferRelativeResize="0"/>
          <p:nvPr/>
        </p:nvPicPr>
        <p:blipFill rotWithShape="1">
          <a:blip r:embed="rId2">
            <a:alphaModFix/>
          </a:blip>
          <a:srcRect/>
          <a:stretch/>
        </p:blipFill>
        <p:spPr>
          <a:xfrm>
            <a:off x="8118017" y="408211"/>
            <a:ext cx="2828175" cy="899725"/>
          </a:xfrm>
          <a:prstGeom prst="rect">
            <a:avLst/>
          </a:prstGeom>
          <a:noFill/>
          <a:ln>
            <a:noFill/>
          </a:ln>
        </p:spPr>
      </p:pic>
      <p:sp>
        <p:nvSpPr>
          <p:cNvPr id="28" name="Google Shape;28;p50"/>
          <p:cNvSpPr/>
          <p:nvPr/>
        </p:nvSpPr>
        <p:spPr>
          <a:xfrm>
            <a:off x="-9325" y="6604519"/>
            <a:ext cx="12216600" cy="259800"/>
          </a:xfrm>
          <a:prstGeom prst="rect">
            <a:avLst/>
          </a:prstGeom>
          <a:solidFill>
            <a:srgbClr val="0C5394"/>
          </a:solidFill>
          <a:ln w="9525" cap="flat" cmpd="sng">
            <a:solidFill>
              <a:srgbClr val="0C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Condensed"/>
              <a:ea typeface="IBM Plex Sans Condensed"/>
              <a:cs typeface="IBM Plex Sans Condensed"/>
              <a:sym typeface="IBM Plex Sans Condensed"/>
            </a:endParaRPr>
          </a:p>
        </p:txBody>
      </p:sp>
      <p:sp>
        <p:nvSpPr>
          <p:cNvPr id="29" name="Google Shape;29;p50"/>
          <p:cNvSpPr/>
          <p:nvPr/>
        </p:nvSpPr>
        <p:spPr>
          <a:xfrm>
            <a:off x="-9325" y="5899575"/>
            <a:ext cx="12216600" cy="737100"/>
          </a:xfrm>
          <a:prstGeom prst="roundRect">
            <a:avLst>
              <a:gd name="adj" fmla="val 10177"/>
            </a:avLst>
          </a:prstGeom>
          <a:solidFill>
            <a:srgbClr val="0C5394"/>
          </a:solidFill>
          <a:ln w="9525" cap="flat" cmpd="sng">
            <a:solidFill>
              <a:srgbClr val="0C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Condensed"/>
              <a:ea typeface="IBM Plex Sans Condensed"/>
              <a:cs typeface="IBM Plex Sans Condensed"/>
              <a:sym typeface="IBM Plex Sans Condensed"/>
            </a:endParaRPr>
          </a:p>
        </p:txBody>
      </p:sp>
      <p:sp>
        <p:nvSpPr>
          <p:cNvPr id="30" name="Google Shape;30;p50"/>
          <p:cNvSpPr txBox="1"/>
          <p:nvPr/>
        </p:nvSpPr>
        <p:spPr>
          <a:xfrm>
            <a:off x="381000" y="5899575"/>
            <a:ext cx="3810000" cy="969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US" sz="1500" b="1" i="0" u="none" strike="noStrike" cap="none">
                <a:solidFill>
                  <a:srgbClr val="D2AE6C"/>
                </a:solidFill>
                <a:latin typeface="Archivo Narrow"/>
                <a:ea typeface="Archivo Narrow"/>
                <a:cs typeface="Archivo Narrow"/>
                <a:sym typeface="Archivo Narrow"/>
              </a:rPr>
              <a:t>Mission</a:t>
            </a:r>
            <a:endParaRPr sz="1500" b="1" i="0" u="none" strike="noStrike" cap="none">
              <a:solidFill>
                <a:srgbClr val="D2AE6C"/>
              </a:solidFill>
              <a:latin typeface="Archivo Narrow"/>
              <a:ea typeface="Archivo Narrow"/>
              <a:cs typeface="Archivo Narrow"/>
              <a:sym typeface="Archivo Narrow"/>
            </a:endParaRPr>
          </a:p>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lt1"/>
                </a:solidFill>
                <a:latin typeface="Archivo Narrow Medium"/>
                <a:ea typeface="Archivo Narrow Medium"/>
                <a:cs typeface="Archivo Narrow Medium"/>
                <a:sym typeface="Archivo Narrow Medium"/>
              </a:rPr>
              <a:t>Christ University is a nurturing ground for an individual’s holistic development to make effective contribution</a:t>
            </a:r>
            <a:endParaRPr sz="1200" b="0" i="0" u="none" strike="noStrike" cap="none">
              <a:solidFill>
                <a:schemeClr val="lt1"/>
              </a:solidFill>
              <a:latin typeface="Archivo Narrow Medium"/>
              <a:ea typeface="Archivo Narrow Medium"/>
              <a:cs typeface="Archivo Narrow Medium"/>
              <a:sym typeface="Archivo Narrow Medium"/>
            </a:endParaRPr>
          </a:p>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lt1"/>
                </a:solidFill>
                <a:latin typeface="Archivo Narrow Medium"/>
                <a:ea typeface="Archivo Narrow Medium"/>
                <a:cs typeface="Archivo Narrow Medium"/>
                <a:sym typeface="Archivo Narrow Medium"/>
              </a:rPr>
              <a:t>to the society in a dynamic environment</a:t>
            </a:r>
            <a:endParaRPr sz="1200" b="0" i="0" u="none" strike="noStrike" cap="none">
              <a:solidFill>
                <a:schemeClr val="lt1"/>
              </a:solidFill>
              <a:latin typeface="Archivo Narrow Medium"/>
              <a:ea typeface="Archivo Narrow Medium"/>
              <a:cs typeface="Archivo Narrow Medium"/>
              <a:sym typeface="Archivo Narrow Medium"/>
            </a:endParaRPr>
          </a:p>
        </p:txBody>
      </p:sp>
      <p:sp>
        <p:nvSpPr>
          <p:cNvPr id="31" name="Google Shape;31;p50"/>
          <p:cNvSpPr txBox="1"/>
          <p:nvPr/>
        </p:nvSpPr>
        <p:spPr>
          <a:xfrm>
            <a:off x="4191000" y="5899575"/>
            <a:ext cx="3810000" cy="6003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US" sz="1500" b="1" i="0" u="none" strike="noStrike" cap="none">
                <a:solidFill>
                  <a:srgbClr val="D2AE6C"/>
                </a:solidFill>
                <a:latin typeface="Archivo Narrow"/>
                <a:ea typeface="Archivo Narrow"/>
                <a:cs typeface="Archivo Narrow"/>
                <a:sym typeface="Archivo Narrow"/>
              </a:rPr>
              <a:t>Vision</a:t>
            </a:r>
            <a:endParaRPr sz="1500" b="1" i="0" u="none" strike="noStrike" cap="none">
              <a:solidFill>
                <a:srgbClr val="D2AE6C"/>
              </a:solidFill>
              <a:latin typeface="Archivo Narrow"/>
              <a:ea typeface="Archivo Narrow"/>
              <a:cs typeface="Archivo Narrow"/>
              <a:sym typeface="Archivo Narrow"/>
            </a:endParaRPr>
          </a:p>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lt1"/>
                </a:solidFill>
                <a:latin typeface="Archivo Narrow Medium"/>
                <a:ea typeface="Archivo Narrow Medium"/>
                <a:cs typeface="Archivo Narrow Medium"/>
                <a:sym typeface="Archivo Narrow Medium"/>
              </a:rPr>
              <a:t>Excellence and Service</a:t>
            </a:r>
            <a:endParaRPr sz="1200" b="0" i="0" u="none" strike="noStrike" cap="none">
              <a:solidFill>
                <a:schemeClr val="lt1"/>
              </a:solidFill>
              <a:latin typeface="Archivo Narrow Medium"/>
              <a:ea typeface="Archivo Narrow Medium"/>
              <a:cs typeface="Archivo Narrow Medium"/>
              <a:sym typeface="Archivo Narrow Medium"/>
            </a:endParaRPr>
          </a:p>
        </p:txBody>
      </p:sp>
      <p:sp>
        <p:nvSpPr>
          <p:cNvPr id="32" name="Google Shape;32;p50"/>
          <p:cNvSpPr txBox="1"/>
          <p:nvPr/>
        </p:nvSpPr>
        <p:spPr>
          <a:xfrm>
            <a:off x="8572600" y="5899575"/>
            <a:ext cx="2983200" cy="969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500"/>
              <a:buFont typeface="Arial"/>
              <a:buNone/>
            </a:pPr>
            <a:r>
              <a:rPr lang="en-US" sz="1500" b="1" i="0" u="none" strike="noStrike" cap="none">
                <a:solidFill>
                  <a:srgbClr val="D2AE6C"/>
                </a:solidFill>
                <a:latin typeface="Archivo Narrow"/>
                <a:ea typeface="Archivo Narrow"/>
                <a:cs typeface="Archivo Narrow"/>
                <a:sym typeface="Archivo Narrow"/>
              </a:rPr>
              <a:t>Core Values</a:t>
            </a:r>
            <a:endParaRPr sz="1500" b="1" i="0" u="none" strike="noStrike" cap="none">
              <a:solidFill>
                <a:srgbClr val="D2AE6C"/>
              </a:solidFill>
              <a:latin typeface="Archivo Narrow"/>
              <a:ea typeface="Archivo Narrow"/>
              <a:cs typeface="Archivo Narrow"/>
              <a:sym typeface="Archivo Narrow"/>
            </a:endParaRPr>
          </a:p>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lt1"/>
                </a:solidFill>
                <a:latin typeface="Archivo Narrow Medium"/>
                <a:ea typeface="Archivo Narrow Medium"/>
                <a:cs typeface="Archivo Narrow Medium"/>
                <a:sym typeface="Archivo Narrow Medium"/>
              </a:rPr>
              <a:t>Faith in God |  Moral Uprightness</a:t>
            </a:r>
            <a:endParaRPr sz="1200" b="0" i="0" u="none" strike="noStrike" cap="none">
              <a:solidFill>
                <a:schemeClr val="lt1"/>
              </a:solidFill>
              <a:latin typeface="Archivo Narrow Medium"/>
              <a:ea typeface="Archivo Narrow Medium"/>
              <a:cs typeface="Archivo Narrow Medium"/>
              <a:sym typeface="Archivo Narrow Medium"/>
            </a:endParaRPr>
          </a:p>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lt1"/>
                </a:solidFill>
                <a:latin typeface="Archivo Narrow Medium"/>
                <a:ea typeface="Archivo Narrow Medium"/>
                <a:cs typeface="Archivo Narrow Medium"/>
                <a:sym typeface="Archivo Narrow Medium"/>
              </a:rPr>
              <a:t> Love of Fellow Beings |  Social Responsibility</a:t>
            </a:r>
            <a:br>
              <a:rPr lang="en-US" sz="1200" b="0" i="0" u="none" strike="noStrike" cap="none">
                <a:solidFill>
                  <a:schemeClr val="lt1"/>
                </a:solidFill>
                <a:latin typeface="Archivo Narrow Medium"/>
                <a:ea typeface="Archivo Narrow Medium"/>
                <a:cs typeface="Archivo Narrow Medium"/>
                <a:sym typeface="Archivo Narrow Medium"/>
              </a:rPr>
            </a:br>
            <a:r>
              <a:rPr lang="en-US" sz="1200" b="0" i="0" u="none" strike="noStrike" cap="none">
                <a:solidFill>
                  <a:schemeClr val="lt1"/>
                </a:solidFill>
                <a:latin typeface="Archivo Narrow Medium"/>
                <a:ea typeface="Archivo Narrow Medium"/>
                <a:cs typeface="Archivo Narrow Medium"/>
                <a:sym typeface="Archivo Narrow Medium"/>
              </a:rPr>
              <a:t>Pursuit of Excellence</a:t>
            </a:r>
            <a:endParaRPr sz="1200" b="0" i="0" u="none" strike="noStrike" cap="none">
              <a:solidFill>
                <a:schemeClr val="lt1"/>
              </a:solidFill>
              <a:latin typeface="Archivo Narrow Medium"/>
              <a:ea typeface="Archivo Narrow Medium"/>
              <a:cs typeface="Archivo Narrow Medium"/>
              <a:sym typeface="Archivo Narrow Medium"/>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3"/>
        <p:cNvGrpSpPr/>
        <p:nvPr/>
      </p:nvGrpSpPr>
      <p:grpSpPr>
        <a:xfrm>
          <a:off x="0" y="0"/>
          <a:ext cx="0" cy="0"/>
          <a:chOff x="0" y="0"/>
          <a:chExt cx="0" cy="0"/>
        </a:xfrm>
      </p:grpSpPr>
      <p:sp>
        <p:nvSpPr>
          <p:cNvPr id="34" name="Google Shape;34;p51"/>
          <p:cNvSpPr txBox="1">
            <a:spLocks noGrp="1"/>
          </p:cNvSpPr>
          <p:nvPr>
            <p:ph type="title" hasCustomPrompt="1"/>
          </p:nvPr>
        </p:nvSpPr>
        <p:spPr>
          <a:xfrm>
            <a:off x="415600" y="1474833"/>
            <a:ext cx="11360700" cy="2618100"/>
          </a:xfrm>
          <a:prstGeom prst="rect">
            <a:avLst/>
          </a:prstGeom>
          <a:noFill/>
          <a:ln>
            <a:noFill/>
          </a:ln>
        </p:spPr>
        <p:txBody>
          <a:bodyPr spcFirstLastPara="1" wrap="square" lIns="121900" tIns="121900" rIns="121900" bIns="121900" anchor="b" anchorCtr="0">
            <a:no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35" name="Google Shape;35;p51"/>
          <p:cNvSpPr txBox="1">
            <a:spLocks noGrp="1"/>
          </p:cNvSpPr>
          <p:nvPr>
            <p:ph type="body" idx="1"/>
          </p:nvPr>
        </p:nvSpPr>
        <p:spPr>
          <a:xfrm>
            <a:off x="415600" y="4202967"/>
            <a:ext cx="11360700" cy="1734300"/>
          </a:xfrm>
          <a:prstGeom prst="rect">
            <a:avLst/>
          </a:prstGeom>
          <a:noFill/>
          <a:ln>
            <a:noFill/>
          </a:ln>
        </p:spPr>
        <p:txBody>
          <a:bodyPr spcFirstLastPara="1" wrap="square" lIns="121900" tIns="121900" rIns="121900" bIns="121900" anchor="t" anchorCtr="0">
            <a:noAutofit/>
          </a:bodyPr>
          <a:lstStyle>
            <a:lvl1pPr marL="457200" lvl="0" indent="-406400" algn="ctr">
              <a:lnSpc>
                <a:spcPct val="100000"/>
              </a:lnSpc>
              <a:spcBef>
                <a:spcPts val="0"/>
              </a:spcBef>
              <a:spcAft>
                <a:spcPts val="0"/>
              </a:spcAft>
              <a:buSzPts val="2800"/>
              <a:buChar char="●"/>
              <a:defRPr/>
            </a:lvl1pPr>
            <a:lvl2pPr marL="914400" lvl="1" indent="-393700" algn="ctr">
              <a:lnSpc>
                <a:spcPct val="100000"/>
              </a:lnSpc>
              <a:spcBef>
                <a:spcPts val="800"/>
              </a:spcBef>
              <a:spcAft>
                <a:spcPts val="0"/>
              </a:spcAft>
              <a:buSzPts val="2600"/>
              <a:buChar char="○"/>
              <a:defRPr/>
            </a:lvl2pPr>
            <a:lvl3pPr marL="1371600" lvl="2" indent="-381000" algn="ctr">
              <a:lnSpc>
                <a:spcPct val="100000"/>
              </a:lnSpc>
              <a:spcBef>
                <a:spcPts val="800"/>
              </a:spcBef>
              <a:spcAft>
                <a:spcPts val="0"/>
              </a:spcAft>
              <a:buSzPts val="2400"/>
              <a:buChar char="■"/>
              <a:defRPr/>
            </a:lvl3pPr>
            <a:lvl4pPr marL="1828800" lvl="3" indent="-381000" algn="ctr">
              <a:lnSpc>
                <a:spcPct val="100000"/>
              </a:lnSpc>
              <a:spcBef>
                <a:spcPts val="800"/>
              </a:spcBef>
              <a:spcAft>
                <a:spcPts val="0"/>
              </a:spcAft>
              <a:buSzPts val="2400"/>
              <a:buChar char="●"/>
              <a:defRPr/>
            </a:lvl4pPr>
            <a:lvl5pPr marL="2286000" lvl="4" indent="-381000" algn="ctr">
              <a:lnSpc>
                <a:spcPct val="100000"/>
              </a:lnSpc>
              <a:spcBef>
                <a:spcPts val="800"/>
              </a:spcBef>
              <a:spcAft>
                <a:spcPts val="0"/>
              </a:spcAft>
              <a:buSzPts val="2400"/>
              <a:buChar char="○"/>
              <a:defRPr/>
            </a:lvl5pPr>
            <a:lvl6pPr marL="2743200" lvl="5" indent="-381000" algn="ctr">
              <a:lnSpc>
                <a:spcPct val="100000"/>
              </a:lnSpc>
              <a:spcBef>
                <a:spcPts val="800"/>
              </a:spcBef>
              <a:spcAft>
                <a:spcPts val="0"/>
              </a:spcAft>
              <a:buSzPts val="2400"/>
              <a:buChar char="■"/>
              <a:defRPr/>
            </a:lvl6pPr>
            <a:lvl7pPr marL="3200400" lvl="6" indent="-381000" algn="ctr">
              <a:lnSpc>
                <a:spcPct val="100000"/>
              </a:lnSpc>
              <a:spcBef>
                <a:spcPts val="800"/>
              </a:spcBef>
              <a:spcAft>
                <a:spcPts val="0"/>
              </a:spcAft>
              <a:buSzPts val="2400"/>
              <a:buChar char="●"/>
              <a:defRPr/>
            </a:lvl7pPr>
            <a:lvl8pPr marL="3657600" lvl="7" indent="-381000" algn="ctr">
              <a:lnSpc>
                <a:spcPct val="100000"/>
              </a:lnSpc>
              <a:spcBef>
                <a:spcPts val="800"/>
              </a:spcBef>
              <a:spcAft>
                <a:spcPts val="0"/>
              </a:spcAft>
              <a:buSzPts val="2400"/>
              <a:buChar char="○"/>
              <a:defRPr/>
            </a:lvl8pPr>
            <a:lvl9pPr marL="4114800" lvl="8" indent="-381000" algn="ctr">
              <a:lnSpc>
                <a:spcPct val="100000"/>
              </a:lnSpc>
              <a:spcBef>
                <a:spcPts val="800"/>
              </a:spcBef>
              <a:spcAft>
                <a:spcPts val="800"/>
              </a:spcAft>
              <a:buSzPts val="2400"/>
              <a:buChar char="■"/>
              <a:defRPr/>
            </a:lvl9pPr>
          </a:lstStyle>
          <a:p>
            <a:endParaRPr/>
          </a:p>
        </p:txBody>
      </p:sp>
      <p:sp>
        <p:nvSpPr>
          <p:cNvPr id="36" name="Google Shape;36;p51"/>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7"/>
        <p:cNvGrpSpPr/>
        <p:nvPr/>
      </p:nvGrpSpPr>
      <p:grpSpPr>
        <a:xfrm>
          <a:off x="0" y="0"/>
          <a:ext cx="0" cy="0"/>
          <a:chOff x="0" y="0"/>
          <a:chExt cx="0" cy="0"/>
        </a:xfrm>
      </p:grpSpPr>
      <p:sp>
        <p:nvSpPr>
          <p:cNvPr id="38" name="Google Shape;38;p52"/>
          <p:cNvSpPr txBox="1">
            <a:spLocks noGrp="1"/>
          </p:cNvSpPr>
          <p:nvPr>
            <p:ph type="title"/>
          </p:nvPr>
        </p:nvSpPr>
        <p:spPr>
          <a:xfrm>
            <a:off x="415600" y="491767"/>
            <a:ext cx="11360700" cy="763500"/>
          </a:xfrm>
          <a:prstGeom prst="rect">
            <a:avLst/>
          </a:prstGeom>
          <a:noFill/>
          <a:ln>
            <a:noFill/>
          </a:ln>
        </p:spPr>
        <p:txBody>
          <a:bodyPr spcFirstLastPara="1" wrap="square" lIns="121900" tIns="121900" rIns="121900" bIns="121900" anchor="t" anchorCtr="0">
            <a:noAutofit/>
          </a:bodyPr>
          <a:lstStyle>
            <a:lvl1pPr lvl="0" algn="l">
              <a:lnSpc>
                <a:spcPct val="100000"/>
              </a:lnSpc>
              <a:spcBef>
                <a:spcPts val="0"/>
              </a:spcBef>
              <a:spcAft>
                <a:spcPts val="0"/>
              </a:spcAft>
              <a:buSzPts val="3200"/>
              <a:buFont typeface="IBM Plex Sans Condensed"/>
              <a:buNone/>
              <a:defRPr>
                <a:latin typeface="IBM Plex Sans Condensed"/>
                <a:ea typeface="IBM Plex Sans Condensed"/>
                <a:cs typeface="IBM Plex Sans Condensed"/>
                <a:sym typeface="IBM Plex Sans Condensed"/>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a:endParaRPr/>
          </a:p>
        </p:txBody>
      </p:sp>
      <p:sp>
        <p:nvSpPr>
          <p:cNvPr id="39" name="Google Shape;39;p52"/>
          <p:cNvSpPr txBox="1">
            <a:spLocks noGrp="1"/>
          </p:cNvSpPr>
          <p:nvPr>
            <p:ph type="body" idx="1"/>
          </p:nvPr>
        </p:nvSpPr>
        <p:spPr>
          <a:xfrm>
            <a:off x="415600" y="1419388"/>
            <a:ext cx="11360700" cy="4672200"/>
          </a:xfrm>
          <a:prstGeom prst="rect">
            <a:avLst/>
          </a:prstGeom>
          <a:noFill/>
          <a:ln>
            <a:noFill/>
          </a:ln>
        </p:spPr>
        <p:txBody>
          <a:bodyPr spcFirstLastPara="1" wrap="square" lIns="121900" tIns="121900" rIns="121900" bIns="121900" anchor="t" anchorCtr="0">
            <a:noAutofit/>
          </a:bodyPr>
          <a:lstStyle>
            <a:lvl1pPr marL="457200" lvl="0" indent="-406400" algn="l">
              <a:lnSpc>
                <a:spcPct val="100000"/>
              </a:lnSpc>
              <a:spcBef>
                <a:spcPts val="0"/>
              </a:spcBef>
              <a:spcAft>
                <a:spcPts val="0"/>
              </a:spcAft>
              <a:buSzPts val="2800"/>
              <a:buFont typeface="IBM Plex Sans Condensed"/>
              <a:buChar char="●"/>
              <a:defRPr>
                <a:latin typeface="IBM Plex Sans Condensed"/>
                <a:ea typeface="IBM Plex Sans Condensed"/>
                <a:cs typeface="IBM Plex Sans Condensed"/>
                <a:sym typeface="IBM Plex Sans Condensed"/>
              </a:defRPr>
            </a:lvl1pPr>
            <a:lvl2pPr marL="914400" lvl="1" indent="-393700" algn="l">
              <a:lnSpc>
                <a:spcPct val="100000"/>
              </a:lnSpc>
              <a:spcBef>
                <a:spcPts val="800"/>
              </a:spcBef>
              <a:spcAft>
                <a:spcPts val="0"/>
              </a:spcAft>
              <a:buSzPts val="2600"/>
              <a:buFont typeface="IBM Plex Sans Condensed"/>
              <a:buChar char="○"/>
              <a:defRPr>
                <a:latin typeface="IBM Plex Sans Condensed"/>
                <a:ea typeface="IBM Plex Sans Condensed"/>
                <a:cs typeface="IBM Plex Sans Condensed"/>
                <a:sym typeface="IBM Plex Sans Condensed"/>
              </a:defRPr>
            </a:lvl2pPr>
            <a:lvl3pPr marL="1371600" lvl="2" indent="-381000" algn="l">
              <a:lnSpc>
                <a:spcPct val="100000"/>
              </a:lnSpc>
              <a:spcBef>
                <a:spcPts val="800"/>
              </a:spcBef>
              <a:spcAft>
                <a:spcPts val="0"/>
              </a:spcAft>
              <a:buSzPts val="2400"/>
              <a:buFont typeface="IBM Plex Sans Condensed"/>
              <a:buChar char="■"/>
              <a:defRPr>
                <a:latin typeface="IBM Plex Sans Condensed"/>
                <a:ea typeface="IBM Plex Sans Condensed"/>
                <a:cs typeface="IBM Plex Sans Condensed"/>
                <a:sym typeface="IBM Plex Sans Condensed"/>
              </a:defRPr>
            </a:lvl3pPr>
            <a:lvl4pPr marL="1828800" lvl="3" indent="-381000" algn="l">
              <a:lnSpc>
                <a:spcPct val="100000"/>
              </a:lnSpc>
              <a:spcBef>
                <a:spcPts val="800"/>
              </a:spcBef>
              <a:spcAft>
                <a:spcPts val="0"/>
              </a:spcAft>
              <a:buSzPts val="2400"/>
              <a:buFont typeface="IBM Plex Sans Condensed"/>
              <a:buChar char="●"/>
              <a:defRPr>
                <a:latin typeface="IBM Plex Sans Condensed"/>
                <a:ea typeface="IBM Plex Sans Condensed"/>
                <a:cs typeface="IBM Plex Sans Condensed"/>
                <a:sym typeface="IBM Plex Sans Condensed"/>
              </a:defRPr>
            </a:lvl4pPr>
            <a:lvl5pPr marL="2286000" lvl="4" indent="-381000" algn="l">
              <a:lnSpc>
                <a:spcPct val="100000"/>
              </a:lnSpc>
              <a:spcBef>
                <a:spcPts val="800"/>
              </a:spcBef>
              <a:spcAft>
                <a:spcPts val="0"/>
              </a:spcAft>
              <a:buSzPts val="2400"/>
              <a:buFont typeface="IBM Plex Sans Condensed"/>
              <a:buChar char="○"/>
              <a:defRPr>
                <a:latin typeface="IBM Plex Sans Condensed"/>
                <a:ea typeface="IBM Plex Sans Condensed"/>
                <a:cs typeface="IBM Plex Sans Condensed"/>
                <a:sym typeface="IBM Plex Sans Condensed"/>
              </a:defRPr>
            </a:lvl5pPr>
            <a:lvl6pPr marL="2743200" lvl="5" indent="-381000" algn="l">
              <a:lnSpc>
                <a:spcPct val="100000"/>
              </a:lnSpc>
              <a:spcBef>
                <a:spcPts val="800"/>
              </a:spcBef>
              <a:spcAft>
                <a:spcPts val="0"/>
              </a:spcAft>
              <a:buSzPts val="2400"/>
              <a:buFont typeface="IBM Plex Sans Condensed"/>
              <a:buChar char="■"/>
              <a:defRPr>
                <a:latin typeface="IBM Plex Sans Condensed"/>
                <a:ea typeface="IBM Plex Sans Condensed"/>
                <a:cs typeface="IBM Plex Sans Condensed"/>
                <a:sym typeface="IBM Plex Sans Condensed"/>
              </a:defRPr>
            </a:lvl6pPr>
            <a:lvl7pPr marL="3200400" lvl="6" indent="-381000" algn="l">
              <a:lnSpc>
                <a:spcPct val="100000"/>
              </a:lnSpc>
              <a:spcBef>
                <a:spcPts val="800"/>
              </a:spcBef>
              <a:spcAft>
                <a:spcPts val="0"/>
              </a:spcAft>
              <a:buSzPts val="2400"/>
              <a:buFont typeface="IBM Plex Sans Condensed"/>
              <a:buChar char="●"/>
              <a:defRPr>
                <a:latin typeface="IBM Plex Sans Condensed"/>
                <a:ea typeface="IBM Plex Sans Condensed"/>
                <a:cs typeface="IBM Plex Sans Condensed"/>
                <a:sym typeface="IBM Plex Sans Condensed"/>
              </a:defRPr>
            </a:lvl7pPr>
            <a:lvl8pPr marL="3657600" lvl="7" indent="-381000" algn="l">
              <a:lnSpc>
                <a:spcPct val="100000"/>
              </a:lnSpc>
              <a:spcBef>
                <a:spcPts val="800"/>
              </a:spcBef>
              <a:spcAft>
                <a:spcPts val="0"/>
              </a:spcAft>
              <a:buSzPts val="2400"/>
              <a:buFont typeface="IBM Plex Sans Condensed"/>
              <a:buChar char="○"/>
              <a:defRPr>
                <a:latin typeface="IBM Plex Sans Condensed"/>
                <a:ea typeface="IBM Plex Sans Condensed"/>
                <a:cs typeface="IBM Plex Sans Condensed"/>
                <a:sym typeface="IBM Plex Sans Condensed"/>
              </a:defRPr>
            </a:lvl8pPr>
            <a:lvl9pPr marL="4114800" lvl="8" indent="-381000" algn="l">
              <a:lnSpc>
                <a:spcPct val="100000"/>
              </a:lnSpc>
              <a:spcBef>
                <a:spcPts val="800"/>
              </a:spcBef>
              <a:spcAft>
                <a:spcPts val="800"/>
              </a:spcAft>
              <a:buSzPts val="2400"/>
              <a:buFont typeface="IBM Plex Sans Condensed"/>
              <a:buChar char="■"/>
              <a:defRPr>
                <a:latin typeface="IBM Plex Sans Condensed"/>
                <a:ea typeface="IBM Plex Sans Condensed"/>
                <a:cs typeface="IBM Plex Sans Condensed"/>
                <a:sym typeface="IBM Plex Sans Condensed"/>
              </a:defRPr>
            </a:lvl9pPr>
          </a:lstStyle>
          <a:p>
            <a:endParaRPr/>
          </a:p>
        </p:txBody>
      </p:sp>
      <p:sp>
        <p:nvSpPr>
          <p:cNvPr id="40" name="Google Shape;40;p52"/>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41" name="Google Shape;41;p52"/>
          <p:cNvSpPr txBox="1"/>
          <p:nvPr/>
        </p:nvSpPr>
        <p:spPr>
          <a:xfrm>
            <a:off x="11585175" y="6515100"/>
            <a:ext cx="532800" cy="290100"/>
          </a:xfrm>
          <a:prstGeom prst="rect">
            <a:avLst/>
          </a:prstGeom>
          <a:no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FFFFFF"/>
              </a:solidFill>
              <a:latin typeface="Georgia"/>
              <a:ea typeface="Georgia"/>
              <a:cs typeface="Georgia"/>
              <a:sym typeface="Georgi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2"/>
        <p:cNvGrpSpPr/>
        <p:nvPr/>
      </p:nvGrpSpPr>
      <p:grpSpPr>
        <a:xfrm>
          <a:off x="0" y="0"/>
          <a:ext cx="0" cy="0"/>
          <a:chOff x="0" y="0"/>
          <a:chExt cx="0" cy="0"/>
        </a:xfrm>
      </p:grpSpPr>
      <p:sp>
        <p:nvSpPr>
          <p:cNvPr id="43" name="Google Shape;43;p58"/>
          <p:cNvSpPr txBox="1">
            <a:spLocks noGrp="1"/>
          </p:cNvSpPr>
          <p:nvPr>
            <p:ph type="body" idx="1"/>
          </p:nvPr>
        </p:nvSpPr>
        <p:spPr>
          <a:xfrm>
            <a:off x="415600" y="5773325"/>
            <a:ext cx="7998300" cy="635100"/>
          </a:xfrm>
          <a:prstGeom prst="rect">
            <a:avLst/>
          </a:prstGeom>
          <a:noFill/>
          <a:ln>
            <a:noFill/>
          </a:ln>
        </p:spPr>
        <p:txBody>
          <a:bodyPr spcFirstLastPara="1" wrap="square" lIns="121900" tIns="121900" rIns="121900" bIns="121900" anchor="ctr" anchorCtr="0">
            <a:noAutofit/>
          </a:bodyPr>
          <a:lstStyle>
            <a:lvl1pPr marL="457200" lvl="0" indent="-228600" algn="l">
              <a:lnSpc>
                <a:spcPct val="100000"/>
              </a:lnSpc>
              <a:spcBef>
                <a:spcPts val="0"/>
              </a:spcBef>
              <a:spcAft>
                <a:spcPts val="0"/>
              </a:spcAft>
              <a:buSzPts val="2800"/>
              <a:buNone/>
              <a:defRPr/>
            </a:lvl1pPr>
          </a:lstStyle>
          <a:p>
            <a:endParaRPr/>
          </a:p>
        </p:txBody>
      </p:sp>
      <p:sp>
        <p:nvSpPr>
          <p:cNvPr id="44" name="Google Shape;44;p58"/>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5"/>
        <p:cNvGrpSpPr/>
        <p:nvPr/>
      </p:nvGrpSpPr>
      <p:grpSpPr>
        <a:xfrm>
          <a:off x="0" y="0"/>
          <a:ext cx="0" cy="0"/>
          <a:chOff x="0" y="0"/>
          <a:chExt cx="0" cy="0"/>
        </a:xfrm>
      </p:grpSpPr>
      <p:sp>
        <p:nvSpPr>
          <p:cNvPr id="46" name="Google Shape;46;p59"/>
          <p:cNvSpPr txBox="1">
            <a:spLocks noGrp="1"/>
          </p:cNvSpPr>
          <p:nvPr>
            <p:ph type="title"/>
          </p:nvPr>
        </p:nvSpPr>
        <p:spPr>
          <a:xfrm>
            <a:off x="415600" y="517167"/>
            <a:ext cx="11360700" cy="763500"/>
          </a:xfrm>
          <a:prstGeom prst="rect">
            <a:avLst/>
          </a:prstGeom>
          <a:noFill/>
          <a:ln>
            <a:noFill/>
          </a:ln>
        </p:spPr>
        <p:txBody>
          <a:bodyPr spcFirstLastPara="1" wrap="square" lIns="121900" tIns="121900" rIns="121900" bIns="121900" anchor="t" anchorCtr="0">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a:endParaRPr/>
          </a:p>
        </p:txBody>
      </p:sp>
      <p:sp>
        <p:nvSpPr>
          <p:cNvPr id="47" name="Google Shape;47;p59"/>
          <p:cNvSpPr txBox="1">
            <a:spLocks noGrp="1"/>
          </p:cNvSpPr>
          <p:nvPr>
            <p:ph type="body" idx="1"/>
          </p:nvPr>
        </p:nvSpPr>
        <p:spPr>
          <a:xfrm>
            <a:off x="415600" y="1536625"/>
            <a:ext cx="5333100" cy="4751700"/>
          </a:xfrm>
          <a:prstGeom prst="rect">
            <a:avLst/>
          </a:prstGeom>
          <a:noFill/>
          <a:ln>
            <a:noFill/>
          </a:ln>
        </p:spPr>
        <p:txBody>
          <a:bodyPr spcFirstLastPara="1" wrap="square" lIns="121900" tIns="121900" rIns="121900" bIns="121900" anchor="t" anchorCtr="0">
            <a:noAutofit/>
          </a:bodyPr>
          <a:lstStyle>
            <a:lvl1pPr marL="457200" lvl="0" indent="-349250" algn="l">
              <a:lnSpc>
                <a:spcPct val="100000"/>
              </a:lnSpc>
              <a:spcBef>
                <a:spcPts val="0"/>
              </a:spcBef>
              <a:spcAft>
                <a:spcPts val="0"/>
              </a:spcAft>
              <a:buSzPts val="1900"/>
              <a:buChar char="●"/>
              <a:defRPr sz="1900"/>
            </a:lvl1pPr>
            <a:lvl2pPr marL="914400" lvl="1" indent="-330200" algn="l">
              <a:lnSpc>
                <a:spcPct val="100000"/>
              </a:lnSpc>
              <a:spcBef>
                <a:spcPts val="800"/>
              </a:spcBef>
              <a:spcAft>
                <a:spcPts val="0"/>
              </a:spcAft>
              <a:buSzPts val="1600"/>
              <a:buChar char="○"/>
              <a:defRPr sz="1600"/>
            </a:lvl2pPr>
            <a:lvl3pPr marL="1371600" lvl="2" indent="-330200" algn="l">
              <a:lnSpc>
                <a:spcPct val="100000"/>
              </a:lnSpc>
              <a:spcBef>
                <a:spcPts val="800"/>
              </a:spcBef>
              <a:spcAft>
                <a:spcPts val="0"/>
              </a:spcAft>
              <a:buSzPts val="1600"/>
              <a:buChar char="■"/>
              <a:defRPr sz="1600"/>
            </a:lvl3pPr>
            <a:lvl4pPr marL="1828800" lvl="3" indent="-330200" algn="l">
              <a:lnSpc>
                <a:spcPct val="100000"/>
              </a:lnSpc>
              <a:spcBef>
                <a:spcPts val="800"/>
              </a:spcBef>
              <a:spcAft>
                <a:spcPts val="0"/>
              </a:spcAft>
              <a:buSzPts val="1600"/>
              <a:buChar char="●"/>
              <a:defRPr sz="1600"/>
            </a:lvl4pPr>
            <a:lvl5pPr marL="2286000" lvl="4" indent="-330200" algn="l">
              <a:lnSpc>
                <a:spcPct val="100000"/>
              </a:lnSpc>
              <a:spcBef>
                <a:spcPts val="800"/>
              </a:spcBef>
              <a:spcAft>
                <a:spcPts val="0"/>
              </a:spcAft>
              <a:buSzPts val="1600"/>
              <a:buChar char="○"/>
              <a:defRPr sz="1600"/>
            </a:lvl5pPr>
            <a:lvl6pPr marL="2743200" lvl="5" indent="-330200" algn="l">
              <a:lnSpc>
                <a:spcPct val="100000"/>
              </a:lnSpc>
              <a:spcBef>
                <a:spcPts val="800"/>
              </a:spcBef>
              <a:spcAft>
                <a:spcPts val="0"/>
              </a:spcAft>
              <a:buSzPts val="1600"/>
              <a:buChar char="■"/>
              <a:defRPr sz="1600"/>
            </a:lvl6pPr>
            <a:lvl7pPr marL="3200400" lvl="6" indent="-330200" algn="l">
              <a:lnSpc>
                <a:spcPct val="100000"/>
              </a:lnSpc>
              <a:spcBef>
                <a:spcPts val="800"/>
              </a:spcBef>
              <a:spcAft>
                <a:spcPts val="0"/>
              </a:spcAft>
              <a:buSzPts val="1600"/>
              <a:buChar char="●"/>
              <a:defRPr sz="1600"/>
            </a:lvl7pPr>
            <a:lvl8pPr marL="3657600" lvl="7" indent="-330200" algn="l">
              <a:lnSpc>
                <a:spcPct val="100000"/>
              </a:lnSpc>
              <a:spcBef>
                <a:spcPts val="800"/>
              </a:spcBef>
              <a:spcAft>
                <a:spcPts val="0"/>
              </a:spcAft>
              <a:buSzPts val="1600"/>
              <a:buChar char="○"/>
              <a:defRPr sz="1600"/>
            </a:lvl8pPr>
            <a:lvl9pPr marL="4114800" lvl="8" indent="-330200" algn="l">
              <a:lnSpc>
                <a:spcPct val="100000"/>
              </a:lnSpc>
              <a:spcBef>
                <a:spcPts val="800"/>
              </a:spcBef>
              <a:spcAft>
                <a:spcPts val="800"/>
              </a:spcAft>
              <a:buSzPts val="1600"/>
              <a:buChar char="■"/>
              <a:defRPr sz="1600"/>
            </a:lvl9pPr>
          </a:lstStyle>
          <a:p>
            <a:endParaRPr/>
          </a:p>
        </p:txBody>
      </p:sp>
      <p:sp>
        <p:nvSpPr>
          <p:cNvPr id="48" name="Google Shape;48;p59"/>
          <p:cNvSpPr txBox="1">
            <a:spLocks noGrp="1"/>
          </p:cNvSpPr>
          <p:nvPr>
            <p:ph type="body" idx="2"/>
          </p:nvPr>
        </p:nvSpPr>
        <p:spPr>
          <a:xfrm>
            <a:off x="6443200" y="1536625"/>
            <a:ext cx="5333100" cy="4751700"/>
          </a:xfrm>
          <a:prstGeom prst="rect">
            <a:avLst/>
          </a:prstGeom>
          <a:noFill/>
          <a:ln>
            <a:noFill/>
          </a:ln>
        </p:spPr>
        <p:txBody>
          <a:bodyPr spcFirstLastPara="1" wrap="square" lIns="121900" tIns="121900" rIns="121900" bIns="121900" anchor="t" anchorCtr="0">
            <a:noAutofit/>
          </a:bodyPr>
          <a:lstStyle>
            <a:lvl1pPr marL="457200" lvl="0" indent="-349250" algn="l">
              <a:lnSpc>
                <a:spcPct val="100000"/>
              </a:lnSpc>
              <a:spcBef>
                <a:spcPts val="0"/>
              </a:spcBef>
              <a:spcAft>
                <a:spcPts val="0"/>
              </a:spcAft>
              <a:buSzPts val="1900"/>
              <a:buChar char="●"/>
              <a:defRPr sz="1900"/>
            </a:lvl1pPr>
            <a:lvl2pPr marL="914400" lvl="1" indent="-330200" algn="l">
              <a:lnSpc>
                <a:spcPct val="100000"/>
              </a:lnSpc>
              <a:spcBef>
                <a:spcPts val="800"/>
              </a:spcBef>
              <a:spcAft>
                <a:spcPts val="0"/>
              </a:spcAft>
              <a:buSzPts val="1600"/>
              <a:buChar char="○"/>
              <a:defRPr sz="1600"/>
            </a:lvl2pPr>
            <a:lvl3pPr marL="1371600" lvl="2" indent="-330200" algn="l">
              <a:lnSpc>
                <a:spcPct val="100000"/>
              </a:lnSpc>
              <a:spcBef>
                <a:spcPts val="800"/>
              </a:spcBef>
              <a:spcAft>
                <a:spcPts val="0"/>
              </a:spcAft>
              <a:buSzPts val="1600"/>
              <a:buChar char="■"/>
              <a:defRPr sz="1600"/>
            </a:lvl3pPr>
            <a:lvl4pPr marL="1828800" lvl="3" indent="-330200" algn="l">
              <a:lnSpc>
                <a:spcPct val="100000"/>
              </a:lnSpc>
              <a:spcBef>
                <a:spcPts val="800"/>
              </a:spcBef>
              <a:spcAft>
                <a:spcPts val="0"/>
              </a:spcAft>
              <a:buSzPts val="1600"/>
              <a:buChar char="●"/>
              <a:defRPr sz="1600"/>
            </a:lvl4pPr>
            <a:lvl5pPr marL="2286000" lvl="4" indent="-330200" algn="l">
              <a:lnSpc>
                <a:spcPct val="100000"/>
              </a:lnSpc>
              <a:spcBef>
                <a:spcPts val="800"/>
              </a:spcBef>
              <a:spcAft>
                <a:spcPts val="0"/>
              </a:spcAft>
              <a:buSzPts val="1600"/>
              <a:buChar char="○"/>
              <a:defRPr sz="1600"/>
            </a:lvl5pPr>
            <a:lvl6pPr marL="2743200" lvl="5" indent="-330200" algn="l">
              <a:lnSpc>
                <a:spcPct val="100000"/>
              </a:lnSpc>
              <a:spcBef>
                <a:spcPts val="800"/>
              </a:spcBef>
              <a:spcAft>
                <a:spcPts val="0"/>
              </a:spcAft>
              <a:buSzPts val="1600"/>
              <a:buChar char="■"/>
              <a:defRPr sz="1600"/>
            </a:lvl6pPr>
            <a:lvl7pPr marL="3200400" lvl="6" indent="-330200" algn="l">
              <a:lnSpc>
                <a:spcPct val="100000"/>
              </a:lnSpc>
              <a:spcBef>
                <a:spcPts val="800"/>
              </a:spcBef>
              <a:spcAft>
                <a:spcPts val="0"/>
              </a:spcAft>
              <a:buSzPts val="1600"/>
              <a:buChar char="●"/>
              <a:defRPr sz="1600"/>
            </a:lvl7pPr>
            <a:lvl8pPr marL="3657600" lvl="7" indent="-330200" algn="l">
              <a:lnSpc>
                <a:spcPct val="100000"/>
              </a:lnSpc>
              <a:spcBef>
                <a:spcPts val="800"/>
              </a:spcBef>
              <a:spcAft>
                <a:spcPts val="0"/>
              </a:spcAft>
              <a:buSzPts val="1600"/>
              <a:buChar char="○"/>
              <a:defRPr sz="1600"/>
            </a:lvl8pPr>
            <a:lvl9pPr marL="4114800" lvl="8" indent="-330200" algn="l">
              <a:lnSpc>
                <a:spcPct val="100000"/>
              </a:lnSpc>
              <a:spcBef>
                <a:spcPts val="800"/>
              </a:spcBef>
              <a:spcAft>
                <a:spcPts val="800"/>
              </a:spcAft>
              <a:buSzPts val="1600"/>
              <a:buChar char="■"/>
              <a:defRPr sz="1600"/>
            </a:lvl9pPr>
          </a:lstStyle>
          <a:p>
            <a:endParaRPr/>
          </a:p>
        </p:txBody>
      </p:sp>
      <p:sp>
        <p:nvSpPr>
          <p:cNvPr id="49" name="Google Shape;49;p59"/>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50" name="Google Shape;50;p59"/>
          <p:cNvSpPr/>
          <p:nvPr/>
        </p:nvSpPr>
        <p:spPr>
          <a:xfrm rot="10800000">
            <a:off x="-2833" y="-25"/>
            <a:ext cx="122067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1"/>
        <p:cNvGrpSpPr/>
        <p:nvPr/>
      </p:nvGrpSpPr>
      <p:grpSpPr>
        <a:xfrm>
          <a:off x="0" y="0"/>
          <a:ext cx="0" cy="0"/>
          <a:chOff x="0" y="0"/>
          <a:chExt cx="0" cy="0"/>
        </a:xfrm>
      </p:grpSpPr>
      <p:sp>
        <p:nvSpPr>
          <p:cNvPr id="52" name="Google Shape;52;p60"/>
          <p:cNvSpPr txBox="1">
            <a:spLocks noGrp="1"/>
          </p:cNvSpPr>
          <p:nvPr>
            <p:ph type="title"/>
          </p:nvPr>
        </p:nvSpPr>
        <p:spPr>
          <a:xfrm>
            <a:off x="415600" y="740800"/>
            <a:ext cx="7078200" cy="1007700"/>
          </a:xfrm>
          <a:prstGeom prst="rect">
            <a:avLst/>
          </a:prstGeom>
          <a:noFill/>
          <a:ln>
            <a:noFill/>
          </a:ln>
        </p:spPr>
        <p:txBody>
          <a:bodyPr spcFirstLastPara="1" wrap="square" lIns="121900" tIns="121900" rIns="121900" bIns="121900" anchor="b" anchorCtr="0">
            <a:no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a:endParaRPr/>
          </a:p>
        </p:txBody>
      </p:sp>
      <p:sp>
        <p:nvSpPr>
          <p:cNvPr id="53" name="Google Shape;53;p60"/>
          <p:cNvSpPr txBox="1">
            <a:spLocks noGrp="1"/>
          </p:cNvSpPr>
          <p:nvPr>
            <p:ph type="body" idx="1"/>
          </p:nvPr>
        </p:nvSpPr>
        <p:spPr>
          <a:xfrm>
            <a:off x="415600" y="1852800"/>
            <a:ext cx="3744000" cy="4239300"/>
          </a:xfrm>
          <a:prstGeom prst="rect">
            <a:avLst/>
          </a:prstGeom>
          <a:noFill/>
          <a:ln>
            <a:noFill/>
          </a:ln>
        </p:spPr>
        <p:txBody>
          <a:bodyPr spcFirstLastPara="1" wrap="square" lIns="121900" tIns="121900" rIns="121900" bIns="121900" anchor="t" anchorCtr="0">
            <a:noAutofit/>
          </a:bodyPr>
          <a:lstStyle>
            <a:lvl1pPr marL="457200" lvl="0" indent="-330200" algn="l">
              <a:lnSpc>
                <a:spcPct val="100000"/>
              </a:lnSpc>
              <a:spcBef>
                <a:spcPts val="0"/>
              </a:spcBef>
              <a:spcAft>
                <a:spcPts val="0"/>
              </a:spcAft>
              <a:buSzPts val="1600"/>
              <a:buChar char="●"/>
              <a:defRPr sz="1600"/>
            </a:lvl1pPr>
            <a:lvl2pPr marL="914400" lvl="1" indent="-330200" algn="l">
              <a:lnSpc>
                <a:spcPct val="100000"/>
              </a:lnSpc>
              <a:spcBef>
                <a:spcPts val="800"/>
              </a:spcBef>
              <a:spcAft>
                <a:spcPts val="0"/>
              </a:spcAft>
              <a:buSzPts val="1600"/>
              <a:buChar char="○"/>
              <a:defRPr sz="1600"/>
            </a:lvl2pPr>
            <a:lvl3pPr marL="1371600" lvl="2" indent="-330200" algn="l">
              <a:lnSpc>
                <a:spcPct val="100000"/>
              </a:lnSpc>
              <a:spcBef>
                <a:spcPts val="800"/>
              </a:spcBef>
              <a:spcAft>
                <a:spcPts val="0"/>
              </a:spcAft>
              <a:buSzPts val="1600"/>
              <a:buChar char="■"/>
              <a:defRPr sz="1600"/>
            </a:lvl3pPr>
            <a:lvl4pPr marL="1828800" lvl="3" indent="-330200" algn="l">
              <a:lnSpc>
                <a:spcPct val="100000"/>
              </a:lnSpc>
              <a:spcBef>
                <a:spcPts val="800"/>
              </a:spcBef>
              <a:spcAft>
                <a:spcPts val="0"/>
              </a:spcAft>
              <a:buSzPts val="1600"/>
              <a:buChar char="●"/>
              <a:defRPr sz="1600"/>
            </a:lvl4pPr>
            <a:lvl5pPr marL="2286000" lvl="4" indent="-330200" algn="l">
              <a:lnSpc>
                <a:spcPct val="100000"/>
              </a:lnSpc>
              <a:spcBef>
                <a:spcPts val="800"/>
              </a:spcBef>
              <a:spcAft>
                <a:spcPts val="0"/>
              </a:spcAft>
              <a:buSzPts val="1600"/>
              <a:buChar char="○"/>
              <a:defRPr sz="1600"/>
            </a:lvl5pPr>
            <a:lvl6pPr marL="2743200" lvl="5" indent="-330200" algn="l">
              <a:lnSpc>
                <a:spcPct val="100000"/>
              </a:lnSpc>
              <a:spcBef>
                <a:spcPts val="800"/>
              </a:spcBef>
              <a:spcAft>
                <a:spcPts val="0"/>
              </a:spcAft>
              <a:buSzPts val="1600"/>
              <a:buChar char="■"/>
              <a:defRPr sz="1600"/>
            </a:lvl6pPr>
            <a:lvl7pPr marL="3200400" lvl="6" indent="-330200" algn="l">
              <a:lnSpc>
                <a:spcPct val="100000"/>
              </a:lnSpc>
              <a:spcBef>
                <a:spcPts val="800"/>
              </a:spcBef>
              <a:spcAft>
                <a:spcPts val="0"/>
              </a:spcAft>
              <a:buSzPts val="1600"/>
              <a:buChar char="●"/>
              <a:defRPr sz="1600"/>
            </a:lvl7pPr>
            <a:lvl8pPr marL="3657600" lvl="7" indent="-330200" algn="l">
              <a:lnSpc>
                <a:spcPct val="100000"/>
              </a:lnSpc>
              <a:spcBef>
                <a:spcPts val="800"/>
              </a:spcBef>
              <a:spcAft>
                <a:spcPts val="0"/>
              </a:spcAft>
              <a:buSzPts val="1600"/>
              <a:buChar char="○"/>
              <a:defRPr sz="1600"/>
            </a:lvl8pPr>
            <a:lvl9pPr marL="4114800" lvl="8" indent="-330200" algn="l">
              <a:lnSpc>
                <a:spcPct val="100000"/>
              </a:lnSpc>
              <a:spcBef>
                <a:spcPts val="800"/>
              </a:spcBef>
              <a:spcAft>
                <a:spcPts val="800"/>
              </a:spcAft>
              <a:buSzPts val="1600"/>
              <a:buChar char="■"/>
              <a:defRPr sz="1600"/>
            </a:lvl9pPr>
          </a:lstStyle>
          <a:p>
            <a:endParaRPr/>
          </a:p>
        </p:txBody>
      </p:sp>
      <p:sp>
        <p:nvSpPr>
          <p:cNvPr id="54" name="Google Shape;54;p60"/>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5"/>
        <p:cNvGrpSpPr/>
        <p:nvPr/>
      </p:nvGrpSpPr>
      <p:grpSpPr>
        <a:xfrm>
          <a:off x="0" y="0"/>
          <a:ext cx="0" cy="0"/>
          <a:chOff x="0" y="0"/>
          <a:chExt cx="0" cy="0"/>
        </a:xfrm>
      </p:grpSpPr>
      <p:sp>
        <p:nvSpPr>
          <p:cNvPr id="56" name="Google Shape;56;p61"/>
          <p:cNvSpPr txBox="1">
            <a:spLocks noGrp="1"/>
          </p:cNvSpPr>
          <p:nvPr>
            <p:ph type="title"/>
          </p:nvPr>
        </p:nvSpPr>
        <p:spPr>
          <a:xfrm>
            <a:off x="653667" y="600200"/>
            <a:ext cx="8490300" cy="5454300"/>
          </a:xfrm>
          <a:prstGeom prst="rect">
            <a:avLst/>
          </a:prstGeom>
          <a:noFill/>
          <a:ln>
            <a:noFill/>
          </a:ln>
        </p:spPr>
        <p:txBody>
          <a:bodyPr spcFirstLastPara="1" wrap="square" lIns="121900" tIns="121900" rIns="121900" bIns="121900"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a:endParaRPr/>
          </a:p>
        </p:txBody>
      </p:sp>
      <p:sp>
        <p:nvSpPr>
          <p:cNvPr id="57" name="Google Shape;57;p61"/>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8"/>
        <p:cNvGrpSpPr/>
        <p:nvPr/>
      </p:nvGrpSpPr>
      <p:grpSpPr>
        <a:xfrm>
          <a:off x="0" y="0"/>
          <a:ext cx="0" cy="0"/>
          <a:chOff x="0" y="0"/>
          <a:chExt cx="0" cy="0"/>
        </a:xfrm>
      </p:grpSpPr>
      <p:sp>
        <p:nvSpPr>
          <p:cNvPr id="59" name="Google Shape;59;p62"/>
          <p:cNvSpPr/>
          <p:nvPr/>
        </p:nvSpPr>
        <p:spPr>
          <a:xfrm>
            <a:off x="6096000" y="272150"/>
            <a:ext cx="6096000" cy="61365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 name="Google Shape;60;p62"/>
          <p:cNvSpPr txBox="1">
            <a:spLocks noGrp="1"/>
          </p:cNvSpPr>
          <p:nvPr>
            <p:ph type="title"/>
          </p:nvPr>
        </p:nvSpPr>
        <p:spPr>
          <a:xfrm>
            <a:off x="354000" y="1644233"/>
            <a:ext cx="5393700" cy="1976400"/>
          </a:xfrm>
          <a:prstGeom prst="rect">
            <a:avLst/>
          </a:prstGeom>
          <a:noFill/>
          <a:ln>
            <a:noFill/>
          </a:ln>
        </p:spPr>
        <p:txBody>
          <a:bodyPr spcFirstLastPara="1" wrap="square" lIns="121900" tIns="121900" rIns="121900" bIns="121900"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a:endParaRPr/>
          </a:p>
        </p:txBody>
      </p:sp>
      <p:sp>
        <p:nvSpPr>
          <p:cNvPr id="61" name="Google Shape;61;p62"/>
          <p:cNvSpPr txBox="1">
            <a:spLocks noGrp="1"/>
          </p:cNvSpPr>
          <p:nvPr>
            <p:ph type="subTitle" idx="1"/>
          </p:nvPr>
        </p:nvSpPr>
        <p:spPr>
          <a:xfrm>
            <a:off x="354000" y="3737433"/>
            <a:ext cx="5393700" cy="1646700"/>
          </a:xfrm>
          <a:prstGeom prst="rect">
            <a:avLst/>
          </a:prstGeom>
          <a:noFill/>
          <a:ln>
            <a:noFill/>
          </a:ln>
        </p:spPr>
        <p:txBody>
          <a:bodyPr spcFirstLastPara="1" wrap="square" lIns="121900" tIns="121900" rIns="121900" bIns="121900"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62" name="Google Shape;62;p62"/>
          <p:cNvSpPr txBox="1">
            <a:spLocks noGrp="1"/>
          </p:cNvSpPr>
          <p:nvPr>
            <p:ph type="body" idx="2"/>
          </p:nvPr>
        </p:nvSpPr>
        <p:spPr>
          <a:xfrm>
            <a:off x="6586000" y="965433"/>
            <a:ext cx="5115900" cy="4926900"/>
          </a:xfrm>
          <a:prstGeom prst="rect">
            <a:avLst/>
          </a:prstGeom>
          <a:noFill/>
          <a:ln>
            <a:noFill/>
          </a:ln>
        </p:spPr>
        <p:txBody>
          <a:bodyPr spcFirstLastPara="1" wrap="square" lIns="121900" tIns="121900" rIns="121900" bIns="121900" anchor="ctr" anchorCtr="0">
            <a:noAutofit/>
          </a:bodyPr>
          <a:lstStyle>
            <a:lvl1pPr marL="457200" lvl="0" indent="-406400" algn="l">
              <a:lnSpc>
                <a:spcPct val="100000"/>
              </a:lnSpc>
              <a:spcBef>
                <a:spcPts val="0"/>
              </a:spcBef>
              <a:spcAft>
                <a:spcPts val="0"/>
              </a:spcAft>
              <a:buSzPts val="2800"/>
              <a:buChar char="●"/>
              <a:defRPr/>
            </a:lvl1pPr>
            <a:lvl2pPr marL="914400" lvl="1" indent="-393700" algn="l">
              <a:lnSpc>
                <a:spcPct val="100000"/>
              </a:lnSpc>
              <a:spcBef>
                <a:spcPts val="800"/>
              </a:spcBef>
              <a:spcAft>
                <a:spcPts val="0"/>
              </a:spcAft>
              <a:buSzPts val="2600"/>
              <a:buChar char="○"/>
              <a:defRPr/>
            </a:lvl2pPr>
            <a:lvl3pPr marL="1371600" lvl="2" indent="-381000" algn="l">
              <a:lnSpc>
                <a:spcPct val="100000"/>
              </a:lnSpc>
              <a:spcBef>
                <a:spcPts val="800"/>
              </a:spcBef>
              <a:spcAft>
                <a:spcPts val="0"/>
              </a:spcAft>
              <a:buSzPts val="2400"/>
              <a:buChar char="■"/>
              <a:defRPr/>
            </a:lvl3pPr>
            <a:lvl4pPr marL="1828800" lvl="3" indent="-381000" algn="l">
              <a:lnSpc>
                <a:spcPct val="100000"/>
              </a:lnSpc>
              <a:spcBef>
                <a:spcPts val="800"/>
              </a:spcBef>
              <a:spcAft>
                <a:spcPts val="0"/>
              </a:spcAft>
              <a:buSzPts val="2400"/>
              <a:buChar char="●"/>
              <a:defRPr/>
            </a:lvl4pPr>
            <a:lvl5pPr marL="2286000" lvl="4" indent="-381000" algn="l">
              <a:lnSpc>
                <a:spcPct val="100000"/>
              </a:lnSpc>
              <a:spcBef>
                <a:spcPts val="800"/>
              </a:spcBef>
              <a:spcAft>
                <a:spcPts val="0"/>
              </a:spcAft>
              <a:buSzPts val="2400"/>
              <a:buChar char="○"/>
              <a:defRPr/>
            </a:lvl5pPr>
            <a:lvl6pPr marL="2743200" lvl="5" indent="-381000" algn="l">
              <a:lnSpc>
                <a:spcPct val="100000"/>
              </a:lnSpc>
              <a:spcBef>
                <a:spcPts val="800"/>
              </a:spcBef>
              <a:spcAft>
                <a:spcPts val="0"/>
              </a:spcAft>
              <a:buSzPts val="2400"/>
              <a:buChar char="■"/>
              <a:defRPr/>
            </a:lvl6pPr>
            <a:lvl7pPr marL="3200400" lvl="6" indent="-381000" algn="l">
              <a:lnSpc>
                <a:spcPct val="100000"/>
              </a:lnSpc>
              <a:spcBef>
                <a:spcPts val="800"/>
              </a:spcBef>
              <a:spcAft>
                <a:spcPts val="0"/>
              </a:spcAft>
              <a:buSzPts val="2400"/>
              <a:buChar char="●"/>
              <a:defRPr/>
            </a:lvl7pPr>
            <a:lvl8pPr marL="3657600" lvl="7" indent="-381000" algn="l">
              <a:lnSpc>
                <a:spcPct val="100000"/>
              </a:lnSpc>
              <a:spcBef>
                <a:spcPts val="800"/>
              </a:spcBef>
              <a:spcAft>
                <a:spcPts val="0"/>
              </a:spcAft>
              <a:buSzPts val="2400"/>
              <a:buChar char="○"/>
              <a:defRPr/>
            </a:lvl8pPr>
            <a:lvl9pPr marL="4114800" lvl="8" indent="-381000" algn="l">
              <a:lnSpc>
                <a:spcPct val="100000"/>
              </a:lnSpc>
              <a:spcBef>
                <a:spcPts val="800"/>
              </a:spcBef>
              <a:spcAft>
                <a:spcPts val="800"/>
              </a:spcAft>
              <a:buSzPts val="2400"/>
              <a:buChar char="■"/>
              <a:defRPr/>
            </a:lvl9pPr>
          </a:lstStyle>
          <a:p>
            <a:endParaRPr/>
          </a:p>
        </p:txBody>
      </p:sp>
      <p:sp>
        <p:nvSpPr>
          <p:cNvPr id="63" name="Google Shape;63;p62"/>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obj">
  <p:cSld name="OBJECT">
    <p:spTree>
      <p:nvGrpSpPr>
        <p:cNvPr id="1" name="Shape 70"/>
        <p:cNvGrpSpPr/>
        <p:nvPr/>
      </p:nvGrpSpPr>
      <p:grpSpPr>
        <a:xfrm>
          <a:off x="0" y="0"/>
          <a:ext cx="0" cy="0"/>
          <a:chOff x="0" y="0"/>
          <a:chExt cx="0" cy="0"/>
        </a:xfrm>
      </p:grpSpPr>
      <p:sp>
        <p:nvSpPr>
          <p:cNvPr id="71" name="Google Shape;71;p54"/>
          <p:cNvSpPr txBox="1">
            <a:spLocks noGrp="1"/>
          </p:cNvSpPr>
          <p:nvPr>
            <p:ph type="title"/>
          </p:nvPr>
        </p:nvSpPr>
        <p:spPr>
          <a:xfrm>
            <a:off x="4277386" y="2058567"/>
            <a:ext cx="3637228" cy="519373"/>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3375" b="1" i="0">
                <a:solidFill>
                  <a:srgbClr val="C55A1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54"/>
          <p:cNvSpPr txBox="1">
            <a:spLocks noGrp="1"/>
          </p:cNvSpPr>
          <p:nvPr>
            <p:ph type="ftr" idx="11"/>
          </p:nvPr>
        </p:nvSpPr>
        <p:spPr>
          <a:xfrm>
            <a:off x="4145280" y="6377940"/>
            <a:ext cx="3901440" cy="215444"/>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54"/>
          <p:cNvSpPr txBox="1">
            <a:spLocks noGrp="1"/>
          </p:cNvSpPr>
          <p:nvPr>
            <p:ph type="dt" idx="10"/>
          </p:nvPr>
        </p:nvSpPr>
        <p:spPr>
          <a:xfrm>
            <a:off x="609600" y="6377940"/>
            <a:ext cx="2804160" cy="21544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54"/>
          <p:cNvSpPr txBox="1">
            <a:spLocks noGrp="1"/>
          </p:cNvSpPr>
          <p:nvPr>
            <p:ph type="sldNum" idx="12"/>
          </p:nvPr>
        </p:nvSpPr>
        <p:spPr>
          <a:xfrm>
            <a:off x="8778240" y="6377940"/>
            <a:ext cx="2804160" cy="215444"/>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75"/>
        <p:cNvGrpSpPr/>
        <p:nvPr/>
      </p:nvGrpSpPr>
      <p:grpSpPr>
        <a:xfrm>
          <a:off x="0" y="0"/>
          <a:ext cx="0" cy="0"/>
          <a:chOff x="0" y="0"/>
          <a:chExt cx="0" cy="0"/>
        </a:xfrm>
      </p:grpSpPr>
      <p:sp>
        <p:nvSpPr>
          <p:cNvPr id="76" name="Google Shape;76;p55"/>
          <p:cNvSpPr txBox="1">
            <a:spLocks noGrp="1"/>
          </p:cNvSpPr>
          <p:nvPr>
            <p:ph type="title"/>
          </p:nvPr>
        </p:nvSpPr>
        <p:spPr>
          <a:xfrm>
            <a:off x="4277386" y="2058567"/>
            <a:ext cx="3637228" cy="519373"/>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3375" b="1" i="0">
                <a:solidFill>
                  <a:srgbClr val="C55A1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55"/>
          <p:cNvSpPr txBox="1">
            <a:spLocks noGrp="1"/>
          </p:cNvSpPr>
          <p:nvPr>
            <p:ph type="body" idx="1"/>
          </p:nvPr>
        </p:nvSpPr>
        <p:spPr>
          <a:xfrm>
            <a:off x="513011" y="2532363"/>
            <a:ext cx="11170179" cy="276999"/>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b="0" i="0">
                <a:solidFill>
                  <a:schemeClr val="dk1"/>
                </a:solidFill>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78" name="Google Shape;78;p55"/>
          <p:cNvSpPr txBox="1">
            <a:spLocks noGrp="1"/>
          </p:cNvSpPr>
          <p:nvPr>
            <p:ph type="ftr" idx="11"/>
          </p:nvPr>
        </p:nvSpPr>
        <p:spPr>
          <a:xfrm>
            <a:off x="4145280" y="6377940"/>
            <a:ext cx="3901440" cy="215444"/>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55"/>
          <p:cNvSpPr txBox="1">
            <a:spLocks noGrp="1"/>
          </p:cNvSpPr>
          <p:nvPr>
            <p:ph type="dt" idx="10"/>
          </p:nvPr>
        </p:nvSpPr>
        <p:spPr>
          <a:xfrm>
            <a:off x="609600" y="6377940"/>
            <a:ext cx="2804160" cy="21544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55"/>
          <p:cNvSpPr txBox="1">
            <a:spLocks noGrp="1"/>
          </p:cNvSpPr>
          <p:nvPr>
            <p:ph type="sldNum" idx="12"/>
          </p:nvPr>
        </p:nvSpPr>
        <p:spPr>
          <a:xfrm>
            <a:off x="8778240" y="6377940"/>
            <a:ext cx="2804160" cy="215444"/>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81"/>
        <p:cNvGrpSpPr/>
        <p:nvPr/>
      </p:nvGrpSpPr>
      <p:grpSpPr>
        <a:xfrm>
          <a:off x="0" y="0"/>
          <a:ext cx="0" cy="0"/>
          <a:chOff x="0" y="0"/>
          <a:chExt cx="0" cy="0"/>
        </a:xfrm>
      </p:grpSpPr>
      <p:sp>
        <p:nvSpPr>
          <p:cNvPr id="82" name="Google Shape;82;p73"/>
          <p:cNvSpPr txBox="1">
            <a:spLocks noGrp="1"/>
          </p:cNvSpPr>
          <p:nvPr>
            <p:ph type="ctrTitle"/>
          </p:nvPr>
        </p:nvSpPr>
        <p:spPr>
          <a:xfrm>
            <a:off x="914400" y="2125980"/>
            <a:ext cx="10363200" cy="692497"/>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73"/>
          <p:cNvSpPr txBox="1">
            <a:spLocks noGrp="1"/>
          </p:cNvSpPr>
          <p:nvPr>
            <p:ph type="subTitle" idx="1"/>
          </p:nvPr>
        </p:nvSpPr>
        <p:spPr>
          <a:xfrm>
            <a:off x="1828800" y="3840480"/>
            <a:ext cx="8534400" cy="276999"/>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73"/>
          <p:cNvSpPr txBox="1">
            <a:spLocks noGrp="1"/>
          </p:cNvSpPr>
          <p:nvPr>
            <p:ph type="ftr" idx="11"/>
          </p:nvPr>
        </p:nvSpPr>
        <p:spPr>
          <a:xfrm>
            <a:off x="4145280" y="6377940"/>
            <a:ext cx="3901440" cy="215444"/>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73"/>
          <p:cNvSpPr txBox="1">
            <a:spLocks noGrp="1"/>
          </p:cNvSpPr>
          <p:nvPr>
            <p:ph type="dt" idx="10"/>
          </p:nvPr>
        </p:nvSpPr>
        <p:spPr>
          <a:xfrm>
            <a:off x="609600" y="6377940"/>
            <a:ext cx="2804160" cy="21544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73"/>
          <p:cNvSpPr txBox="1">
            <a:spLocks noGrp="1"/>
          </p:cNvSpPr>
          <p:nvPr>
            <p:ph type="sldNum" idx="12"/>
          </p:nvPr>
        </p:nvSpPr>
        <p:spPr>
          <a:xfrm>
            <a:off x="8778240" y="6377940"/>
            <a:ext cx="2804160" cy="215444"/>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87"/>
        <p:cNvGrpSpPr/>
        <p:nvPr/>
      </p:nvGrpSpPr>
      <p:grpSpPr>
        <a:xfrm>
          <a:off x="0" y="0"/>
          <a:ext cx="0" cy="0"/>
          <a:chOff x="0" y="0"/>
          <a:chExt cx="0" cy="0"/>
        </a:xfrm>
      </p:grpSpPr>
      <p:sp>
        <p:nvSpPr>
          <p:cNvPr id="88" name="Google Shape;88;p74"/>
          <p:cNvSpPr txBox="1">
            <a:spLocks noGrp="1"/>
          </p:cNvSpPr>
          <p:nvPr>
            <p:ph type="title"/>
          </p:nvPr>
        </p:nvSpPr>
        <p:spPr>
          <a:xfrm>
            <a:off x="4277386" y="2058567"/>
            <a:ext cx="3637228" cy="519373"/>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3375" b="1" i="0">
                <a:solidFill>
                  <a:srgbClr val="C55A1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74"/>
          <p:cNvSpPr txBox="1">
            <a:spLocks noGrp="1"/>
          </p:cNvSpPr>
          <p:nvPr>
            <p:ph type="body" idx="1"/>
          </p:nvPr>
        </p:nvSpPr>
        <p:spPr>
          <a:xfrm>
            <a:off x="609600" y="1577340"/>
            <a:ext cx="5303520" cy="276999"/>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90" name="Google Shape;90;p74"/>
          <p:cNvSpPr txBox="1">
            <a:spLocks noGrp="1"/>
          </p:cNvSpPr>
          <p:nvPr>
            <p:ph type="body" idx="2"/>
          </p:nvPr>
        </p:nvSpPr>
        <p:spPr>
          <a:xfrm>
            <a:off x="6278880" y="1577340"/>
            <a:ext cx="5303520" cy="276999"/>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91" name="Google Shape;91;p74"/>
          <p:cNvSpPr txBox="1">
            <a:spLocks noGrp="1"/>
          </p:cNvSpPr>
          <p:nvPr>
            <p:ph type="ftr" idx="11"/>
          </p:nvPr>
        </p:nvSpPr>
        <p:spPr>
          <a:xfrm>
            <a:off x="4145280" y="6377940"/>
            <a:ext cx="3901440" cy="215444"/>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74"/>
          <p:cNvSpPr txBox="1">
            <a:spLocks noGrp="1"/>
          </p:cNvSpPr>
          <p:nvPr>
            <p:ph type="dt" idx="10"/>
          </p:nvPr>
        </p:nvSpPr>
        <p:spPr>
          <a:xfrm>
            <a:off x="609600" y="6377940"/>
            <a:ext cx="2804160" cy="21544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74"/>
          <p:cNvSpPr txBox="1">
            <a:spLocks noGrp="1"/>
          </p:cNvSpPr>
          <p:nvPr>
            <p:ph type="sldNum" idx="12"/>
          </p:nvPr>
        </p:nvSpPr>
        <p:spPr>
          <a:xfrm>
            <a:off x="8778240" y="6377940"/>
            <a:ext cx="2804160" cy="215444"/>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94"/>
        <p:cNvGrpSpPr/>
        <p:nvPr/>
      </p:nvGrpSpPr>
      <p:grpSpPr>
        <a:xfrm>
          <a:off x="0" y="0"/>
          <a:ext cx="0" cy="0"/>
          <a:chOff x="0" y="0"/>
          <a:chExt cx="0" cy="0"/>
        </a:xfrm>
      </p:grpSpPr>
      <p:sp>
        <p:nvSpPr>
          <p:cNvPr id="95" name="Google Shape;95;p75"/>
          <p:cNvSpPr txBox="1">
            <a:spLocks noGrp="1"/>
          </p:cNvSpPr>
          <p:nvPr>
            <p:ph type="ftr" idx="11"/>
          </p:nvPr>
        </p:nvSpPr>
        <p:spPr>
          <a:xfrm>
            <a:off x="4145280" y="6377940"/>
            <a:ext cx="3901440" cy="215444"/>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75"/>
          <p:cNvSpPr txBox="1">
            <a:spLocks noGrp="1"/>
          </p:cNvSpPr>
          <p:nvPr>
            <p:ph type="dt" idx="10"/>
          </p:nvPr>
        </p:nvSpPr>
        <p:spPr>
          <a:xfrm>
            <a:off x="609600" y="6377940"/>
            <a:ext cx="2804160" cy="21544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75"/>
          <p:cNvSpPr txBox="1">
            <a:spLocks noGrp="1"/>
          </p:cNvSpPr>
          <p:nvPr>
            <p:ph type="sldNum" idx="12"/>
          </p:nvPr>
        </p:nvSpPr>
        <p:spPr>
          <a:xfrm>
            <a:off x="8778240" y="6377940"/>
            <a:ext cx="2804160" cy="215444"/>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2"/>
        <p:cNvGrpSpPr/>
        <p:nvPr/>
      </p:nvGrpSpPr>
      <p:grpSpPr>
        <a:xfrm>
          <a:off x="0" y="0"/>
          <a:ext cx="0" cy="0"/>
          <a:chOff x="0" y="0"/>
          <a:chExt cx="0" cy="0"/>
        </a:xfrm>
      </p:grpSpPr>
      <p:sp>
        <p:nvSpPr>
          <p:cNvPr id="103" name="Google Shape;103;p57"/>
          <p:cNvSpPr txBox="1">
            <a:spLocks noGrp="1"/>
          </p:cNvSpPr>
          <p:nvPr>
            <p:ph type="title"/>
          </p:nvPr>
        </p:nvSpPr>
        <p:spPr>
          <a:xfrm>
            <a:off x="415600" y="593367"/>
            <a:ext cx="11360800" cy="763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000000"/>
              </a:buClr>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04" name="Google Shape;104;p57"/>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68300" algn="l">
              <a:lnSpc>
                <a:spcPct val="100000"/>
              </a:lnSpc>
              <a:spcBef>
                <a:spcPts val="0"/>
              </a:spcBef>
              <a:spcAft>
                <a:spcPts val="0"/>
              </a:spcAft>
              <a:buClr>
                <a:srgbClr val="000000"/>
              </a:buClr>
              <a:buSzPts val="2200"/>
              <a:buChar char="●"/>
              <a:defRPr/>
            </a:lvl1pPr>
            <a:lvl2pPr marL="914400" lvl="1" indent="-342900" algn="l">
              <a:lnSpc>
                <a:spcPct val="100000"/>
              </a:lnSpc>
              <a:spcBef>
                <a:spcPts val="600"/>
              </a:spcBef>
              <a:spcAft>
                <a:spcPts val="0"/>
              </a:spcAft>
              <a:buClr>
                <a:srgbClr val="000000"/>
              </a:buClr>
              <a:buSzPts val="1800"/>
              <a:buChar char="○"/>
              <a:defRPr/>
            </a:lvl2pPr>
            <a:lvl3pPr marL="1371600" lvl="2" indent="-342900" algn="l">
              <a:lnSpc>
                <a:spcPct val="100000"/>
              </a:lnSpc>
              <a:spcBef>
                <a:spcPts val="600"/>
              </a:spcBef>
              <a:spcAft>
                <a:spcPts val="0"/>
              </a:spcAft>
              <a:buClr>
                <a:srgbClr val="000000"/>
              </a:buClr>
              <a:buSzPts val="1800"/>
              <a:buChar char="■"/>
              <a:defRPr/>
            </a:lvl3pPr>
            <a:lvl4pPr marL="1828800" lvl="3" indent="-342900" algn="l">
              <a:lnSpc>
                <a:spcPct val="100000"/>
              </a:lnSpc>
              <a:spcBef>
                <a:spcPts val="600"/>
              </a:spcBef>
              <a:spcAft>
                <a:spcPts val="0"/>
              </a:spcAft>
              <a:buClr>
                <a:srgbClr val="000000"/>
              </a:buClr>
              <a:buSzPts val="1800"/>
              <a:buChar char="●"/>
              <a:defRPr/>
            </a:lvl4pPr>
            <a:lvl5pPr marL="2286000" lvl="4" indent="-342900" algn="l">
              <a:lnSpc>
                <a:spcPct val="100000"/>
              </a:lnSpc>
              <a:spcBef>
                <a:spcPts val="600"/>
              </a:spcBef>
              <a:spcAft>
                <a:spcPts val="0"/>
              </a:spcAft>
              <a:buClr>
                <a:srgbClr val="000000"/>
              </a:buClr>
              <a:buSzPts val="1800"/>
              <a:buChar char="○"/>
              <a:defRPr/>
            </a:lvl5pPr>
            <a:lvl6pPr marL="2743200" lvl="5" indent="-342900" algn="l">
              <a:lnSpc>
                <a:spcPct val="100000"/>
              </a:lnSpc>
              <a:spcBef>
                <a:spcPts val="600"/>
              </a:spcBef>
              <a:spcAft>
                <a:spcPts val="0"/>
              </a:spcAft>
              <a:buClr>
                <a:srgbClr val="000000"/>
              </a:buClr>
              <a:buSzPts val="1800"/>
              <a:buChar char="■"/>
              <a:defRPr/>
            </a:lvl6pPr>
            <a:lvl7pPr marL="3200400" lvl="6" indent="-342900" algn="l">
              <a:lnSpc>
                <a:spcPct val="100000"/>
              </a:lnSpc>
              <a:spcBef>
                <a:spcPts val="600"/>
              </a:spcBef>
              <a:spcAft>
                <a:spcPts val="0"/>
              </a:spcAft>
              <a:buClr>
                <a:srgbClr val="000000"/>
              </a:buClr>
              <a:buSzPts val="1800"/>
              <a:buChar char="●"/>
              <a:defRPr/>
            </a:lvl7pPr>
            <a:lvl8pPr marL="3657600" lvl="7" indent="-342900" algn="l">
              <a:lnSpc>
                <a:spcPct val="100000"/>
              </a:lnSpc>
              <a:spcBef>
                <a:spcPts val="600"/>
              </a:spcBef>
              <a:spcAft>
                <a:spcPts val="0"/>
              </a:spcAft>
              <a:buClr>
                <a:srgbClr val="000000"/>
              </a:buClr>
              <a:buSzPts val="1800"/>
              <a:buChar char="○"/>
              <a:defRPr/>
            </a:lvl8pPr>
            <a:lvl9pPr marL="4114800" lvl="8" indent="-342900" algn="l">
              <a:lnSpc>
                <a:spcPct val="100000"/>
              </a:lnSpc>
              <a:spcBef>
                <a:spcPts val="600"/>
              </a:spcBef>
              <a:spcAft>
                <a:spcPts val="600"/>
              </a:spcAft>
              <a:buClr>
                <a:srgbClr val="000000"/>
              </a:buClr>
              <a:buSzPts val="1800"/>
              <a:buChar char="■"/>
              <a:defRPr/>
            </a:lvl9pPr>
          </a:lstStyle>
          <a:p>
            <a:endParaRPr/>
          </a:p>
        </p:txBody>
      </p:sp>
      <p:sp>
        <p:nvSpPr>
          <p:cNvPr id="105" name="Google Shape;105;p57"/>
          <p:cNvSpPr txBox="1">
            <a:spLocks noGrp="1"/>
          </p:cNvSpPr>
          <p:nvPr>
            <p:ph type="sldNum" idx="12"/>
          </p:nvPr>
        </p:nvSpPr>
        <p:spPr>
          <a:xfrm>
            <a:off x="11296611" y="6217622"/>
            <a:ext cx="7316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06" name="Google Shape;106;p57"/>
          <p:cNvSpPr/>
          <p:nvPr/>
        </p:nvSpPr>
        <p:spPr>
          <a:xfrm>
            <a:off x="-14700" y="6347775"/>
            <a:ext cx="122068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 name="Google Shape;107;p57"/>
          <p:cNvSpPr txBox="1"/>
          <p:nvPr/>
        </p:nvSpPr>
        <p:spPr>
          <a:xfrm>
            <a:off x="4457600" y="6431140"/>
            <a:ext cx="3276800" cy="289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108" name="Google Shape;108;p57"/>
          <p:cNvSpPr/>
          <p:nvPr/>
        </p:nvSpPr>
        <p:spPr>
          <a:xfrm rot="10800000">
            <a:off x="9261067" y="275"/>
            <a:ext cx="29428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 name="Google Shape;109;p57"/>
          <p:cNvSpPr/>
          <p:nvPr/>
        </p:nvSpPr>
        <p:spPr>
          <a:xfrm rot="10800000">
            <a:off x="-2933" y="-25"/>
            <a:ext cx="122068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 name="Google Shape;110;p57"/>
          <p:cNvSpPr txBox="1"/>
          <p:nvPr/>
        </p:nvSpPr>
        <p:spPr>
          <a:xfrm>
            <a:off x="9261067" y="248094"/>
            <a:ext cx="2942800" cy="23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Georgia"/>
                <a:ea typeface="Georgia"/>
                <a:cs typeface="Georgia"/>
                <a:sym typeface="Georgia"/>
              </a:rPr>
              <a:t>CHRIST</a:t>
            </a:r>
            <a:br>
              <a:rPr lang="en-US" sz="1400" b="0" i="0" u="none" strike="noStrike" cap="none">
                <a:solidFill>
                  <a:srgbClr val="FFFFFF"/>
                </a:solidFill>
                <a:latin typeface="Georgia"/>
                <a:ea typeface="Georgia"/>
                <a:cs typeface="Georgia"/>
                <a:sym typeface="Georgia"/>
              </a:rPr>
            </a:br>
            <a:r>
              <a:rPr lang="en-US"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1"/>
        <p:cNvGrpSpPr/>
        <p:nvPr/>
      </p:nvGrpSpPr>
      <p:grpSpPr>
        <a:xfrm>
          <a:off x="0" y="0"/>
          <a:ext cx="0" cy="0"/>
          <a:chOff x="0" y="0"/>
          <a:chExt cx="0" cy="0"/>
        </a:xfrm>
      </p:grpSpPr>
      <p:sp>
        <p:nvSpPr>
          <p:cNvPr id="112" name="Google Shape;112;p63"/>
          <p:cNvSpPr txBox="1">
            <a:spLocks noGrp="1"/>
          </p:cNvSpPr>
          <p:nvPr>
            <p:ph type="ctrTitle"/>
          </p:nvPr>
        </p:nvSpPr>
        <p:spPr>
          <a:xfrm>
            <a:off x="415600" y="1886797"/>
            <a:ext cx="11360800" cy="18429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rgbClr val="000000"/>
              </a:buClr>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13" name="Google Shape;113;p63"/>
          <p:cNvSpPr txBox="1">
            <a:spLocks noGrp="1"/>
          </p:cNvSpPr>
          <p:nvPr>
            <p:ph type="subTitle" idx="1"/>
          </p:nvPr>
        </p:nvSpPr>
        <p:spPr>
          <a:xfrm>
            <a:off x="415600" y="3778833"/>
            <a:ext cx="11360800" cy="10569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rgbClr val="000000"/>
              </a:buClr>
              <a:buSzPts val="2800"/>
              <a:buNone/>
              <a:defRPr sz="2800"/>
            </a:lvl1pPr>
            <a:lvl2pPr lvl="1" algn="ctr">
              <a:lnSpc>
                <a:spcPct val="100000"/>
              </a:lnSpc>
              <a:spcBef>
                <a:spcPts val="0"/>
              </a:spcBef>
              <a:spcAft>
                <a:spcPts val="0"/>
              </a:spcAft>
              <a:buClr>
                <a:srgbClr val="000000"/>
              </a:buClr>
              <a:buSzPts val="2800"/>
              <a:buNone/>
              <a:defRPr sz="2800"/>
            </a:lvl2pPr>
            <a:lvl3pPr lvl="2" algn="ctr">
              <a:lnSpc>
                <a:spcPct val="100000"/>
              </a:lnSpc>
              <a:spcBef>
                <a:spcPts val="0"/>
              </a:spcBef>
              <a:spcAft>
                <a:spcPts val="0"/>
              </a:spcAft>
              <a:buClr>
                <a:srgbClr val="000000"/>
              </a:buClr>
              <a:buSzPts val="2800"/>
              <a:buNone/>
              <a:defRPr sz="2800"/>
            </a:lvl3pPr>
            <a:lvl4pPr lvl="3" algn="ctr">
              <a:lnSpc>
                <a:spcPct val="100000"/>
              </a:lnSpc>
              <a:spcBef>
                <a:spcPts val="0"/>
              </a:spcBef>
              <a:spcAft>
                <a:spcPts val="0"/>
              </a:spcAft>
              <a:buClr>
                <a:srgbClr val="000000"/>
              </a:buClr>
              <a:buSzPts val="2800"/>
              <a:buNone/>
              <a:defRPr sz="2800"/>
            </a:lvl4pPr>
            <a:lvl5pPr lvl="4" algn="ctr">
              <a:lnSpc>
                <a:spcPct val="100000"/>
              </a:lnSpc>
              <a:spcBef>
                <a:spcPts val="0"/>
              </a:spcBef>
              <a:spcAft>
                <a:spcPts val="0"/>
              </a:spcAft>
              <a:buClr>
                <a:srgbClr val="000000"/>
              </a:buClr>
              <a:buSzPts val="2800"/>
              <a:buNone/>
              <a:defRPr sz="2800"/>
            </a:lvl5pPr>
            <a:lvl6pPr lvl="5" algn="ctr">
              <a:lnSpc>
                <a:spcPct val="100000"/>
              </a:lnSpc>
              <a:spcBef>
                <a:spcPts val="0"/>
              </a:spcBef>
              <a:spcAft>
                <a:spcPts val="0"/>
              </a:spcAft>
              <a:buClr>
                <a:srgbClr val="000000"/>
              </a:buClr>
              <a:buSzPts val="2800"/>
              <a:buNone/>
              <a:defRPr sz="2800"/>
            </a:lvl6pPr>
            <a:lvl7pPr lvl="6" algn="ctr">
              <a:lnSpc>
                <a:spcPct val="100000"/>
              </a:lnSpc>
              <a:spcBef>
                <a:spcPts val="0"/>
              </a:spcBef>
              <a:spcAft>
                <a:spcPts val="0"/>
              </a:spcAft>
              <a:buClr>
                <a:srgbClr val="000000"/>
              </a:buClr>
              <a:buSzPts val="2800"/>
              <a:buNone/>
              <a:defRPr sz="2800"/>
            </a:lvl7pPr>
            <a:lvl8pPr lvl="7" algn="ctr">
              <a:lnSpc>
                <a:spcPct val="100000"/>
              </a:lnSpc>
              <a:spcBef>
                <a:spcPts val="0"/>
              </a:spcBef>
              <a:spcAft>
                <a:spcPts val="0"/>
              </a:spcAft>
              <a:buClr>
                <a:srgbClr val="000000"/>
              </a:buClr>
              <a:buSzPts val="2800"/>
              <a:buNone/>
              <a:defRPr sz="2800"/>
            </a:lvl8pPr>
            <a:lvl9pPr lvl="8" algn="ctr">
              <a:lnSpc>
                <a:spcPct val="100000"/>
              </a:lnSpc>
              <a:spcBef>
                <a:spcPts val="0"/>
              </a:spcBef>
              <a:spcAft>
                <a:spcPts val="0"/>
              </a:spcAft>
              <a:buClr>
                <a:srgbClr val="000000"/>
              </a:buClr>
              <a:buSzPts val="2800"/>
              <a:buNone/>
              <a:defRPr sz="2800"/>
            </a:lvl9pPr>
          </a:lstStyle>
          <a:p>
            <a:endParaRPr/>
          </a:p>
        </p:txBody>
      </p:sp>
      <p:sp>
        <p:nvSpPr>
          <p:cNvPr id="114" name="Google Shape;114;p63"/>
          <p:cNvSpPr txBox="1">
            <a:spLocks noGrp="1"/>
          </p:cNvSpPr>
          <p:nvPr>
            <p:ph type="sldNum" idx="12"/>
          </p:nvPr>
        </p:nvSpPr>
        <p:spPr>
          <a:xfrm>
            <a:off x="11296611" y="6217622"/>
            <a:ext cx="7316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15" name="Google Shape;115;p63"/>
          <p:cNvSpPr/>
          <p:nvPr/>
        </p:nvSpPr>
        <p:spPr>
          <a:xfrm flipH="1">
            <a:off x="24" y="67300"/>
            <a:ext cx="12191976" cy="1420254"/>
          </a:xfrm>
          <a:prstGeom prst="flowChartDocument">
            <a:avLst/>
          </a:prstGeom>
          <a:no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63"/>
          <p:cNvSpPr/>
          <p:nvPr/>
        </p:nvSpPr>
        <p:spPr>
          <a:xfrm flipH="1">
            <a:off x="24" y="0"/>
            <a:ext cx="12191976" cy="1420254"/>
          </a:xfrm>
          <a:prstGeom prst="flowChartDocument">
            <a:avLst/>
          </a:prstGeom>
          <a:solidFill>
            <a:srgbClr val="0B539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63"/>
          <p:cNvSpPr/>
          <p:nvPr/>
        </p:nvSpPr>
        <p:spPr>
          <a:xfrm>
            <a:off x="-14700" y="5919900"/>
            <a:ext cx="12206800" cy="9381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 name="Google Shape;118;p63"/>
          <p:cNvSpPr txBox="1"/>
          <p:nvPr/>
        </p:nvSpPr>
        <p:spPr>
          <a:xfrm>
            <a:off x="33" y="5919900"/>
            <a:ext cx="4762800" cy="938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FFFFFF"/>
                </a:solidFill>
                <a:latin typeface="Georgia"/>
                <a:ea typeface="Georgia"/>
                <a:cs typeface="Georgia"/>
                <a:sym typeface="Georgia"/>
              </a:rPr>
              <a:t>MISSION</a:t>
            </a:r>
            <a:endParaRPr sz="1400" b="1" i="0" u="none" strike="noStrike" cap="none">
              <a:solidFill>
                <a:srgbClr val="FFFFFF"/>
              </a:solidFill>
              <a:latin typeface="Georgia"/>
              <a:ea typeface="Georgia"/>
              <a:cs typeface="Georgia"/>
              <a:sym typeface="Georgia"/>
            </a:endParaRPr>
          </a:p>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FFFFFF"/>
                </a:solidFill>
                <a:latin typeface="Georgia"/>
                <a:ea typeface="Georgia"/>
                <a:cs typeface="Georgia"/>
                <a:sym typeface="Georgia"/>
              </a:rPr>
              <a:t>CHRIST is a nurturing ground for an individual’s holistic development to make effective contribution to the society in a dynamic environment</a:t>
            </a:r>
            <a:endParaRPr sz="1100" b="0" i="0" u="none" strike="noStrike" cap="none">
              <a:solidFill>
                <a:srgbClr val="FFFFFF"/>
              </a:solidFill>
              <a:latin typeface="Georgia"/>
              <a:ea typeface="Georgia"/>
              <a:cs typeface="Georgia"/>
              <a:sym typeface="Georgia"/>
            </a:endParaRPr>
          </a:p>
        </p:txBody>
      </p:sp>
      <p:sp>
        <p:nvSpPr>
          <p:cNvPr id="119" name="Google Shape;119;p63"/>
          <p:cNvSpPr txBox="1"/>
          <p:nvPr/>
        </p:nvSpPr>
        <p:spPr>
          <a:xfrm>
            <a:off x="4945433" y="5919900"/>
            <a:ext cx="2707600" cy="641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FFFFFF"/>
                </a:solidFill>
                <a:latin typeface="Georgia"/>
                <a:ea typeface="Georgia"/>
                <a:cs typeface="Georgia"/>
                <a:sym typeface="Georgia"/>
              </a:rPr>
              <a:t>VISION</a:t>
            </a:r>
            <a:endParaRPr sz="1400" b="1" i="0" u="none" strike="noStrike" cap="none">
              <a:solidFill>
                <a:srgbClr val="FFFFFF"/>
              </a:solidFill>
              <a:latin typeface="Georgia"/>
              <a:ea typeface="Georgia"/>
              <a:cs typeface="Georgia"/>
              <a:sym typeface="Georgia"/>
            </a:endParaRPr>
          </a:p>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FFFFFF"/>
                </a:solidFill>
                <a:latin typeface="Georgia"/>
                <a:ea typeface="Georgia"/>
                <a:cs typeface="Georgia"/>
                <a:sym typeface="Georgia"/>
              </a:rPr>
              <a:t>Excellence and Service</a:t>
            </a:r>
            <a:endParaRPr sz="1100" b="0" i="0" u="none" strike="noStrike" cap="none">
              <a:solidFill>
                <a:srgbClr val="FFFFFF"/>
              </a:solidFill>
              <a:latin typeface="Georgia"/>
              <a:ea typeface="Georgia"/>
              <a:cs typeface="Georgia"/>
              <a:sym typeface="Georgia"/>
            </a:endParaRPr>
          </a:p>
        </p:txBody>
      </p:sp>
      <p:sp>
        <p:nvSpPr>
          <p:cNvPr id="120" name="Google Shape;120;p63"/>
          <p:cNvSpPr txBox="1"/>
          <p:nvPr/>
        </p:nvSpPr>
        <p:spPr>
          <a:xfrm>
            <a:off x="8090500" y="5919900"/>
            <a:ext cx="3979200" cy="938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FFFFFF"/>
                </a:solidFill>
                <a:latin typeface="Georgia"/>
                <a:ea typeface="Georgia"/>
                <a:cs typeface="Georgia"/>
                <a:sym typeface="Georgia"/>
              </a:rPr>
              <a:t>CORE   VALUES</a:t>
            </a:r>
            <a:endParaRPr sz="1400" b="1" i="0" u="none" strike="noStrike" cap="none">
              <a:solidFill>
                <a:srgbClr val="FFFFFF"/>
              </a:solidFill>
              <a:latin typeface="Georgia"/>
              <a:ea typeface="Georgia"/>
              <a:cs typeface="Georgia"/>
              <a:sym typeface="Georgia"/>
            </a:endParaRPr>
          </a:p>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rgbClr val="FFFFFF"/>
                </a:solidFill>
                <a:latin typeface="Georgia"/>
                <a:ea typeface="Georgia"/>
                <a:cs typeface="Georgia"/>
                <a:sym typeface="Georgia"/>
              </a:rPr>
              <a:t>Faith in God |  Moral Uprightness</a:t>
            </a:r>
            <a:br>
              <a:rPr lang="en-US" sz="1100" b="0" i="0" u="none" strike="noStrike" cap="none">
                <a:solidFill>
                  <a:srgbClr val="FFFFFF"/>
                </a:solidFill>
                <a:latin typeface="Georgia"/>
                <a:ea typeface="Georgia"/>
                <a:cs typeface="Georgia"/>
                <a:sym typeface="Georgia"/>
              </a:rPr>
            </a:br>
            <a:r>
              <a:rPr lang="en-US" sz="1100" b="0" i="0" u="none" strike="noStrike" cap="none">
                <a:solidFill>
                  <a:srgbClr val="FFFFFF"/>
                </a:solidFill>
                <a:latin typeface="Georgia"/>
                <a:ea typeface="Georgia"/>
                <a:cs typeface="Georgia"/>
                <a:sym typeface="Georgia"/>
              </a:rPr>
              <a:t> Love of Fellow Beings   </a:t>
            </a:r>
            <a:br>
              <a:rPr lang="en-US" sz="1100" b="0" i="0" u="none" strike="noStrike" cap="none">
                <a:solidFill>
                  <a:srgbClr val="FFFFFF"/>
                </a:solidFill>
                <a:latin typeface="Georgia"/>
                <a:ea typeface="Georgia"/>
                <a:cs typeface="Georgia"/>
                <a:sym typeface="Georgia"/>
              </a:rPr>
            </a:br>
            <a:r>
              <a:rPr lang="en-US" sz="1100" b="0" i="0" u="none" strike="noStrike" cap="none">
                <a:solidFill>
                  <a:srgbClr val="FFFFFF"/>
                </a:solidFill>
                <a:latin typeface="Georgia"/>
                <a:ea typeface="Georgia"/>
                <a:cs typeface="Georgia"/>
                <a:sym typeface="Georgia"/>
              </a:rPr>
              <a:t>Social Responsibility | Pursuit of Excellence</a:t>
            </a:r>
            <a:endParaRPr sz="1100" b="0" i="0" u="none" strike="noStrike" cap="none">
              <a:solidFill>
                <a:srgbClr val="FFFFFF"/>
              </a:solidFill>
              <a:latin typeface="Georgia"/>
              <a:ea typeface="Georgia"/>
              <a:cs typeface="Georgia"/>
              <a:sym typeface="Georgia"/>
            </a:endParaRPr>
          </a:p>
        </p:txBody>
      </p:sp>
      <p:pic>
        <p:nvPicPr>
          <p:cNvPr id="121" name="Google Shape;121;p63"/>
          <p:cNvPicPr preferRelativeResize="0"/>
          <p:nvPr/>
        </p:nvPicPr>
        <p:blipFill rotWithShape="1">
          <a:blip r:embed="rId2">
            <a:alphaModFix/>
          </a:blip>
          <a:srcRect/>
          <a:stretch/>
        </p:blipFill>
        <p:spPr>
          <a:xfrm>
            <a:off x="7924600" y="232168"/>
            <a:ext cx="3686235" cy="100220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2"/>
        <p:cNvGrpSpPr/>
        <p:nvPr/>
      </p:nvGrpSpPr>
      <p:grpSpPr>
        <a:xfrm>
          <a:off x="0" y="0"/>
          <a:ext cx="0" cy="0"/>
          <a:chOff x="0" y="0"/>
          <a:chExt cx="0" cy="0"/>
        </a:xfrm>
      </p:grpSpPr>
      <p:sp>
        <p:nvSpPr>
          <p:cNvPr id="123" name="Google Shape;123;p64"/>
          <p:cNvSpPr txBox="1">
            <a:spLocks noGrp="1"/>
          </p:cNvSpPr>
          <p:nvPr>
            <p:ph type="title"/>
          </p:nvPr>
        </p:nvSpPr>
        <p:spPr>
          <a:xfrm>
            <a:off x="415600" y="2867800"/>
            <a:ext cx="11360800" cy="11223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rgbClr val="000000"/>
              </a:buClr>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24" name="Google Shape;124;p64"/>
          <p:cNvSpPr txBox="1">
            <a:spLocks noGrp="1"/>
          </p:cNvSpPr>
          <p:nvPr>
            <p:ph type="sldNum" idx="12"/>
          </p:nvPr>
        </p:nvSpPr>
        <p:spPr>
          <a:xfrm>
            <a:off x="11296611" y="6217622"/>
            <a:ext cx="7316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25" name="Google Shape;125;p64"/>
          <p:cNvSpPr/>
          <p:nvPr/>
        </p:nvSpPr>
        <p:spPr>
          <a:xfrm>
            <a:off x="-14700" y="6347775"/>
            <a:ext cx="122068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 name="Google Shape;126;p64"/>
          <p:cNvSpPr txBox="1"/>
          <p:nvPr/>
        </p:nvSpPr>
        <p:spPr>
          <a:xfrm>
            <a:off x="4457600" y="6431140"/>
            <a:ext cx="3276800" cy="289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127" name="Google Shape;127;p64"/>
          <p:cNvSpPr/>
          <p:nvPr/>
        </p:nvSpPr>
        <p:spPr>
          <a:xfrm rot="10800000">
            <a:off x="9261067" y="275"/>
            <a:ext cx="29428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 name="Google Shape;128;p64"/>
          <p:cNvSpPr/>
          <p:nvPr/>
        </p:nvSpPr>
        <p:spPr>
          <a:xfrm rot="10800000">
            <a:off x="-2933" y="-25"/>
            <a:ext cx="122068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 name="Google Shape;129;p64"/>
          <p:cNvSpPr txBox="1"/>
          <p:nvPr/>
        </p:nvSpPr>
        <p:spPr>
          <a:xfrm>
            <a:off x="9261067" y="248094"/>
            <a:ext cx="2942800" cy="23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Georgia"/>
                <a:ea typeface="Georgia"/>
                <a:cs typeface="Georgia"/>
                <a:sym typeface="Georgia"/>
              </a:rPr>
              <a:t>CHRIST</a:t>
            </a:r>
            <a:br>
              <a:rPr lang="en-US" sz="1400" b="0" i="0" u="none" strike="noStrike" cap="none">
                <a:solidFill>
                  <a:srgbClr val="FFFFFF"/>
                </a:solidFill>
                <a:latin typeface="Georgia"/>
                <a:ea typeface="Georgia"/>
                <a:cs typeface="Georgia"/>
                <a:sym typeface="Georgia"/>
              </a:rPr>
            </a:br>
            <a:r>
              <a:rPr lang="en-US"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30"/>
        <p:cNvGrpSpPr/>
        <p:nvPr/>
      </p:nvGrpSpPr>
      <p:grpSpPr>
        <a:xfrm>
          <a:off x="0" y="0"/>
          <a:ext cx="0" cy="0"/>
          <a:chOff x="0" y="0"/>
          <a:chExt cx="0" cy="0"/>
        </a:xfrm>
      </p:grpSpPr>
      <p:sp>
        <p:nvSpPr>
          <p:cNvPr id="131" name="Google Shape;131;p65"/>
          <p:cNvSpPr txBox="1">
            <a:spLocks noGrp="1"/>
          </p:cNvSpPr>
          <p:nvPr>
            <p:ph type="title"/>
          </p:nvPr>
        </p:nvSpPr>
        <p:spPr>
          <a:xfrm>
            <a:off x="415600" y="593367"/>
            <a:ext cx="11360800" cy="763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000000"/>
              </a:buClr>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32" name="Google Shape;132;p65"/>
          <p:cNvSpPr txBox="1">
            <a:spLocks noGrp="1"/>
          </p:cNvSpPr>
          <p:nvPr>
            <p:ph type="body" idx="1"/>
          </p:nvPr>
        </p:nvSpPr>
        <p:spPr>
          <a:xfrm>
            <a:off x="415600" y="1536633"/>
            <a:ext cx="5333200" cy="4555200"/>
          </a:xfrm>
          <a:prstGeom prst="rect">
            <a:avLst/>
          </a:prstGeom>
          <a:noFill/>
          <a:ln>
            <a:noFill/>
          </a:ln>
        </p:spPr>
        <p:txBody>
          <a:bodyPr spcFirstLastPara="1" wrap="square" lIns="91425" tIns="91425" rIns="91425" bIns="91425" anchor="t" anchorCtr="0">
            <a:noAutofit/>
          </a:bodyPr>
          <a:lstStyle>
            <a:lvl1pPr marL="457200" lvl="0" indent="-317500" algn="l">
              <a:lnSpc>
                <a:spcPct val="100000"/>
              </a:lnSpc>
              <a:spcBef>
                <a:spcPts val="0"/>
              </a:spcBef>
              <a:spcAft>
                <a:spcPts val="0"/>
              </a:spcAft>
              <a:buClr>
                <a:srgbClr val="000000"/>
              </a:buClr>
              <a:buSzPts val="1400"/>
              <a:buChar char="●"/>
              <a:defRPr sz="1400"/>
            </a:lvl1pPr>
            <a:lvl2pPr marL="914400" lvl="1" indent="-304800" algn="l">
              <a:lnSpc>
                <a:spcPct val="100000"/>
              </a:lnSpc>
              <a:spcBef>
                <a:spcPts val="600"/>
              </a:spcBef>
              <a:spcAft>
                <a:spcPts val="0"/>
              </a:spcAft>
              <a:buClr>
                <a:srgbClr val="000000"/>
              </a:buClr>
              <a:buSzPts val="1200"/>
              <a:buChar char="○"/>
              <a:defRPr sz="1200"/>
            </a:lvl2pPr>
            <a:lvl3pPr marL="1371600" lvl="2" indent="-304800" algn="l">
              <a:lnSpc>
                <a:spcPct val="100000"/>
              </a:lnSpc>
              <a:spcBef>
                <a:spcPts val="600"/>
              </a:spcBef>
              <a:spcAft>
                <a:spcPts val="0"/>
              </a:spcAft>
              <a:buClr>
                <a:srgbClr val="000000"/>
              </a:buClr>
              <a:buSzPts val="1200"/>
              <a:buChar char="■"/>
              <a:defRPr sz="1200"/>
            </a:lvl3pPr>
            <a:lvl4pPr marL="1828800" lvl="3" indent="-304800" algn="l">
              <a:lnSpc>
                <a:spcPct val="100000"/>
              </a:lnSpc>
              <a:spcBef>
                <a:spcPts val="600"/>
              </a:spcBef>
              <a:spcAft>
                <a:spcPts val="0"/>
              </a:spcAft>
              <a:buClr>
                <a:srgbClr val="000000"/>
              </a:buClr>
              <a:buSzPts val="1200"/>
              <a:buChar char="●"/>
              <a:defRPr sz="1200"/>
            </a:lvl4pPr>
            <a:lvl5pPr marL="2286000" lvl="4" indent="-304800" algn="l">
              <a:lnSpc>
                <a:spcPct val="100000"/>
              </a:lnSpc>
              <a:spcBef>
                <a:spcPts val="600"/>
              </a:spcBef>
              <a:spcAft>
                <a:spcPts val="0"/>
              </a:spcAft>
              <a:buClr>
                <a:srgbClr val="000000"/>
              </a:buClr>
              <a:buSzPts val="1200"/>
              <a:buChar char="○"/>
              <a:defRPr sz="1200"/>
            </a:lvl5pPr>
            <a:lvl6pPr marL="2743200" lvl="5" indent="-304800" algn="l">
              <a:lnSpc>
                <a:spcPct val="100000"/>
              </a:lnSpc>
              <a:spcBef>
                <a:spcPts val="600"/>
              </a:spcBef>
              <a:spcAft>
                <a:spcPts val="0"/>
              </a:spcAft>
              <a:buClr>
                <a:srgbClr val="000000"/>
              </a:buClr>
              <a:buSzPts val="1200"/>
              <a:buChar char="■"/>
              <a:defRPr sz="1200"/>
            </a:lvl6pPr>
            <a:lvl7pPr marL="3200400" lvl="6" indent="-304800" algn="l">
              <a:lnSpc>
                <a:spcPct val="100000"/>
              </a:lnSpc>
              <a:spcBef>
                <a:spcPts val="600"/>
              </a:spcBef>
              <a:spcAft>
                <a:spcPts val="0"/>
              </a:spcAft>
              <a:buClr>
                <a:srgbClr val="000000"/>
              </a:buClr>
              <a:buSzPts val="1200"/>
              <a:buChar char="●"/>
              <a:defRPr sz="1200"/>
            </a:lvl7pPr>
            <a:lvl8pPr marL="3657600" lvl="7" indent="-304800" algn="l">
              <a:lnSpc>
                <a:spcPct val="100000"/>
              </a:lnSpc>
              <a:spcBef>
                <a:spcPts val="600"/>
              </a:spcBef>
              <a:spcAft>
                <a:spcPts val="0"/>
              </a:spcAft>
              <a:buClr>
                <a:srgbClr val="000000"/>
              </a:buClr>
              <a:buSzPts val="1200"/>
              <a:buChar char="○"/>
              <a:defRPr sz="1200"/>
            </a:lvl8pPr>
            <a:lvl9pPr marL="4114800" lvl="8" indent="-304800" algn="l">
              <a:lnSpc>
                <a:spcPct val="100000"/>
              </a:lnSpc>
              <a:spcBef>
                <a:spcPts val="600"/>
              </a:spcBef>
              <a:spcAft>
                <a:spcPts val="600"/>
              </a:spcAft>
              <a:buClr>
                <a:srgbClr val="000000"/>
              </a:buClr>
              <a:buSzPts val="1200"/>
              <a:buChar char="■"/>
              <a:defRPr sz="1200"/>
            </a:lvl9pPr>
          </a:lstStyle>
          <a:p>
            <a:endParaRPr/>
          </a:p>
        </p:txBody>
      </p:sp>
      <p:sp>
        <p:nvSpPr>
          <p:cNvPr id="133" name="Google Shape;133;p65"/>
          <p:cNvSpPr txBox="1">
            <a:spLocks noGrp="1"/>
          </p:cNvSpPr>
          <p:nvPr>
            <p:ph type="body" idx="2"/>
          </p:nvPr>
        </p:nvSpPr>
        <p:spPr>
          <a:xfrm>
            <a:off x="6443200" y="1536633"/>
            <a:ext cx="5333200" cy="4555200"/>
          </a:xfrm>
          <a:prstGeom prst="rect">
            <a:avLst/>
          </a:prstGeom>
          <a:noFill/>
          <a:ln>
            <a:noFill/>
          </a:ln>
        </p:spPr>
        <p:txBody>
          <a:bodyPr spcFirstLastPara="1" wrap="square" lIns="91425" tIns="91425" rIns="91425" bIns="91425" anchor="t" anchorCtr="0">
            <a:noAutofit/>
          </a:bodyPr>
          <a:lstStyle>
            <a:lvl1pPr marL="457200" lvl="0" indent="-317500" algn="l">
              <a:lnSpc>
                <a:spcPct val="100000"/>
              </a:lnSpc>
              <a:spcBef>
                <a:spcPts val="0"/>
              </a:spcBef>
              <a:spcAft>
                <a:spcPts val="0"/>
              </a:spcAft>
              <a:buClr>
                <a:srgbClr val="000000"/>
              </a:buClr>
              <a:buSzPts val="1400"/>
              <a:buChar char="●"/>
              <a:defRPr sz="1400"/>
            </a:lvl1pPr>
            <a:lvl2pPr marL="914400" lvl="1" indent="-304800" algn="l">
              <a:lnSpc>
                <a:spcPct val="100000"/>
              </a:lnSpc>
              <a:spcBef>
                <a:spcPts val="600"/>
              </a:spcBef>
              <a:spcAft>
                <a:spcPts val="0"/>
              </a:spcAft>
              <a:buClr>
                <a:srgbClr val="000000"/>
              </a:buClr>
              <a:buSzPts val="1200"/>
              <a:buChar char="○"/>
              <a:defRPr sz="1200"/>
            </a:lvl2pPr>
            <a:lvl3pPr marL="1371600" lvl="2" indent="-304800" algn="l">
              <a:lnSpc>
                <a:spcPct val="100000"/>
              </a:lnSpc>
              <a:spcBef>
                <a:spcPts val="600"/>
              </a:spcBef>
              <a:spcAft>
                <a:spcPts val="0"/>
              </a:spcAft>
              <a:buClr>
                <a:srgbClr val="000000"/>
              </a:buClr>
              <a:buSzPts val="1200"/>
              <a:buChar char="■"/>
              <a:defRPr sz="1200"/>
            </a:lvl3pPr>
            <a:lvl4pPr marL="1828800" lvl="3" indent="-304800" algn="l">
              <a:lnSpc>
                <a:spcPct val="100000"/>
              </a:lnSpc>
              <a:spcBef>
                <a:spcPts val="600"/>
              </a:spcBef>
              <a:spcAft>
                <a:spcPts val="0"/>
              </a:spcAft>
              <a:buClr>
                <a:srgbClr val="000000"/>
              </a:buClr>
              <a:buSzPts val="1200"/>
              <a:buChar char="●"/>
              <a:defRPr sz="1200"/>
            </a:lvl4pPr>
            <a:lvl5pPr marL="2286000" lvl="4" indent="-304800" algn="l">
              <a:lnSpc>
                <a:spcPct val="100000"/>
              </a:lnSpc>
              <a:spcBef>
                <a:spcPts val="600"/>
              </a:spcBef>
              <a:spcAft>
                <a:spcPts val="0"/>
              </a:spcAft>
              <a:buClr>
                <a:srgbClr val="000000"/>
              </a:buClr>
              <a:buSzPts val="1200"/>
              <a:buChar char="○"/>
              <a:defRPr sz="1200"/>
            </a:lvl5pPr>
            <a:lvl6pPr marL="2743200" lvl="5" indent="-304800" algn="l">
              <a:lnSpc>
                <a:spcPct val="100000"/>
              </a:lnSpc>
              <a:spcBef>
                <a:spcPts val="600"/>
              </a:spcBef>
              <a:spcAft>
                <a:spcPts val="0"/>
              </a:spcAft>
              <a:buClr>
                <a:srgbClr val="000000"/>
              </a:buClr>
              <a:buSzPts val="1200"/>
              <a:buChar char="■"/>
              <a:defRPr sz="1200"/>
            </a:lvl6pPr>
            <a:lvl7pPr marL="3200400" lvl="6" indent="-304800" algn="l">
              <a:lnSpc>
                <a:spcPct val="100000"/>
              </a:lnSpc>
              <a:spcBef>
                <a:spcPts val="600"/>
              </a:spcBef>
              <a:spcAft>
                <a:spcPts val="0"/>
              </a:spcAft>
              <a:buClr>
                <a:srgbClr val="000000"/>
              </a:buClr>
              <a:buSzPts val="1200"/>
              <a:buChar char="●"/>
              <a:defRPr sz="1200"/>
            </a:lvl7pPr>
            <a:lvl8pPr marL="3657600" lvl="7" indent="-304800" algn="l">
              <a:lnSpc>
                <a:spcPct val="100000"/>
              </a:lnSpc>
              <a:spcBef>
                <a:spcPts val="600"/>
              </a:spcBef>
              <a:spcAft>
                <a:spcPts val="0"/>
              </a:spcAft>
              <a:buClr>
                <a:srgbClr val="000000"/>
              </a:buClr>
              <a:buSzPts val="1200"/>
              <a:buChar char="○"/>
              <a:defRPr sz="1200"/>
            </a:lvl8pPr>
            <a:lvl9pPr marL="4114800" lvl="8" indent="-304800" algn="l">
              <a:lnSpc>
                <a:spcPct val="100000"/>
              </a:lnSpc>
              <a:spcBef>
                <a:spcPts val="600"/>
              </a:spcBef>
              <a:spcAft>
                <a:spcPts val="600"/>
              </a:spcAft>
              <a:buClr>
                <a:srgbClr val="000000"/>
              </a:buClr>
              <a:buSzPts val="1200"/>
              <a:buChar char="■"/>
              <a:defRPr sz="1200"/>
            </a:lvl9pPr>
          </a:lstStyle>
          <a:p>
            <a:endParaRPr/>
          </a:p>
        </p:txBody>
      </p:sp>
      <p:sp>
        <p:nvSpPr>
          <p:cNvPr id="134" name="Google Shape;134;p65"/>
          <p:cNvSpPr txBox="1">
            <a:spLocks noGrp="1"/>
          </p:cNvSpPr>
          <p:nvPr>
            <p:ph type="sldNum" idx="12"/>
          </p:nvPr>
        </p:nvSpPr>
        <p:spPr>
          <a:xfrm>
            <a:off x="11296611" y="6217622"/>
            <a:ext cx="7316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35" name="Google Shape;135;p65"/>
          <p:cNvSpPr/>
          <p:nvPr/>
        </p:nvSpPr>
        <p:spPr>
          <a:xfrm>
            <a:off x="-14700" y="6347775"/>
            <a:ext cx="122068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 name="Google Shape;136;p65"/>
          <p:cNvSpPr txBox="1"/>
          <p:nvPr/>
        </p:nvSpPr>
        <p:spPr>
          <a:xfrm>
            <a:off x="4457600" y="6431140"/>
            <a:ext cx="3276800" cy="289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137" name="Google Shape;137;p65"/>
          <p:cNvSpPr/>
          <p:nvPr/>
        </p:nvSpPr>
        <p:spPr>
          <a:xfrm rot="10800000">
            <a:off x="9261067" y="275"/>
            <a:ext cx="29428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 name="Google Shape;138;p65"/>
          <p:cNvSpPr/>
          <p:nvPr/>
        </p:nvSpPr>
        <p:spPr>
          <a:xfrm rot="10800000">
            <a:off x="-2933" y="-25"/>
            <a:ext cx="122068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 name="Google Shape;139;p65"/>
          <p:cNvSpPr txBox="1"/>
          <p:nvPr/>
        </p:nvSpPr>
        <p:spPr>
          <a:xfrm>
            <a:off x="9261067" y="248094"/>
            <a:ext cx="2942800" cy="23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Georgia"/>
                <a:ea typeface="Georgia"/>
                <a:cs typeface="Georgia"/>
                <a:sym typeface="Georgia"/>
              </a:rPr>
              <a:t>CHRIST</a:t>
            </a:r>
            <a:br>
              <a:rPr lang="en-US" sz="1400" b="0" i="0" u="none" strike="noStrike" cap="none">
                <a:solidFill>
                  <a:srgbClr val="FFFFFF"/>
                </a:solidFill>
                <a:latin typeface="Georgia"/>
                <a:ea typeface="Georgia"/>
                <a:cs typeface="Georgia"/>
                <a:sym typeface="Georgia"/>
              </a:rPr>
            </a:br>
            <a:r>
              <a:rPr lang="en-US"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0"/>
        <p:cNvGrpSpPr/>
        <p:nvPr/>
      </p:nvGrpSpPr>
      <p:grpSpPr>
        <a:xfrm>
          <a:off x="0" y="0"/>
          <a:ext cx="0" cy="0"/>
          <a:chOff x="0" y="0"/>
          <a:chExt cx="0" cy="0"/>
        </a:xfrm>
      </p:grpSpPr>
      <p:sp>
        <p:nvSpPr>
          <p:cNvPr id="141" name="Google Shape;141;p66"/>
          <p:cNvSpPr txBox="1">
            <a:spLocks noGrp="1"/>
          </p:cNvSpPr>
          <p:nvPr>
            <p:ph type="title"/>
          </p:nvPr>
        </p:nvSpPr>
        <p:spPr>
          <a:xfrm>
            <a:off x="415600" y="593367"/>
            <a:ext cx="11360800" cy="7635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000000"/>
              </a:buClr>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42" name="Google Shape;142;p66"/>
          <p:cNvSpPr txBox="1">
            <a:spLocks noGrp="1"/>
          </p:cNvSpPr>
          <p:nvPr>
            <p:ph type="sldNum" idx="12"/>
          </p:nvPr>
        </p:nvSpPr>
        <p:spPr>
          <a:xfrm>
            <a:off x="11296611" y="6217622"/>
            <a:ext cx="7316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43" name="Google Shape;143;p66"/>
          <p:cNvSpPr/>
          <p:nvPr/>
        </p:nvSpPr>
        <p:spPr>
          <a:xfrm>
            <a:off x="-14700" y="6347775"/>
            <a:ext cx="122068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 name="Google Shape;144;p66"/>
          <p:cNvSpPr txBox="1"/>
          <p:nvPr/>
        </p:nvSpPr>
        <p:spPr>
          <a:xfrm>
            <a:off x="4457600" y="6431140"/>
            <a:ext cx="3276800" cy="289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145" name="Google Shape;145;p66"/>
          <p:cNvSpPr/>
          <p:nvPr/>
        </p:nvSpPr>
        <p:spPr>
          <a:xfrm rot="10800000">
            <a:off x="9261067" y="275"/>
            <a:ext cx="29428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 name="Google Shape;146;p66"/>
          <p:cNvSpPr/>
          <p:nvPr/>
        </p:nvSpPr>
        <p:spPr>
          <a:xfrm rot="10800000">
            <a:off x="-2933" y="-25"/>
            <a:ext cx="122068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 name="Google Shape;147;p66"/>
          <p:cNvSpPr txBox="1"/>
          <p:nvPr/>
        </p:nvSpPr>
        <p:spPr>
          <a:xfrm>
            <a:off x="9261067" y="248094"/>
            <a:ext cx="2942800" cy="23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Georgia"/>
                <a:ea typeface="Georgia"/>
                <a:cs typeface="Georgia"/>
                <a:sym typeface="Georgia"/>
              </a:rPr>
              <a:t>CHRIST</a:t>
            </a:r>
            <a:br>
              <a:rPr lang="en-US" sz="1400" b="0" i="0" u="none" strike="noStrike" cap="none">
                <a:solidFill>
                  <a:srgbClr val="FFFFFF"/>
                </a:solidFill>
                <a:latin typeface="Georgia"/>
                <a:ea typeface="Georgia"/>
                <a:cs typeface="Georgia"/>
                <a:sym typeface="Georgia"/>
              </a:rPr>
            </a:br>
            <a:r>
              <a:rPr lang="en-US"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148"/>
        <p:cNvGrpSpPr/>
        <p:nvPr/>
      </p:nvGrpSpPr>
      <p:grpSpPr>
        <a:xfrm>
          <a:off x="0" y="0"/>
          <a:ext cx="0" cy="0"/>
          <a:chOff x="0" y="0"/>
          <a:chExt cx="0" cy="0"/>
        </a:xfrm>
      </p:grpSpPr>
      <p:sp>
        <p:nvSpPr>
          <p:cNvPr id="149" name="Google Shape;149;p67"/>
          <p:cNvSpPr txBox="1">
            <a:spLocks noGrp="1"/>
          </p:cNvSpPr>
          <p:nvPr>
            <p:ph type="title"/>
          </p:nvPr>
        </p:nvSpPr>
        <p:spPr>
          <a:xfrm>
            <a:off x="415600" y="740800"/>
            <a:ext cx="3744000" cy="1007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00000"/>
              </a:buClr>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150" name="Google Shape;150;p67"/>
          <p:cNvSpPr txBox="1">
            <a:spLocks noGrp="1"/>
          </p:cNvSpPr>
          <p:nvPr>
            <p:ph type="body" idx="1"/>
          </p:nvPr>
        </p:nvSpPr>
        <p:spPr>
          <a:xfrm>
            <a:off x="415600" y="1852800"/>
            <a:ext cx="3744000" cy="4239300"/>
          </a:xfrm>
          <a:prstGeom prst="rect">
            <a:avLst/>
          </a:prstGeom>
          <a:noFill/>
          <a:ln>
            <a:noFill/>
          </a:ln>
        </p:spPr>
        <p:txBody>
          <a:bodyPr spcFirstLastPara="1" wrap="square" lIns="91425" tIns="91425" rIns="91425" bIns="91425" anchor="t" anchorCtr="0">
            <a:noAutofit/>
          </a:bodyPr>
          <a:lstStyle>
            <a:lvl1pPr marL="457200" lvl="0" indent="-304800" algn="l">
              <a:lnSpc>
                <a:spcPct val="100000"/>
              </a:lnSpc>
              <a:spcBef>
                <a:spcPts val="0"/>
              </a:spcBef>
              <a:spcAft>
                <a:spcPts val="0"/>
              </a:spcAft>
              <a:buClr>
                <a:srgbClr val="000000"/>
              </a:buClr>
              <a:buSzPts val="1200"/>
              <a:buChar char="●"/>
              <a:defRPr sz="1200"/>
            </a:lvl1pPr>
            <a:lvl2pPr marL="914400" lvl="1" indent="-304800" algn="l">
              <a:lnSpc>
                <a:spcPct val="100000"/>
              </a:lnSpc>
              <a:spcBef>
                <a:spcPts val="600"/>
              </a:spcBef>
              <a:spcAft>
                <a:spcPts val="0"/>
              </a:spcAft>
              <a:buClr>
                <a:srgbClr val="000000"/>
              </a:buClr>
              <a:buSzPts val="1200"/>
              <a:buChar char="○"/>
              <a:defRPr sz="1200"/>
            </a:lvl2pPr>
            <a:lvl3pPr marL="1371600" lvl="2" indent="-304800" algn="l">
              <a:lnSpc>
                <a:spcPct val="100000"/>
              </a:lnSpc>
              <a:spcBef>
                <a:spcPts val="600"/>
              </a:spcBef>
              <a:spcAft>
                <a:spcPts val="0"/>
              </a:spcAft>
              <a:buClr>
                <a:srgbClr val="000000"/>
              </a:buClr>
              <a:buSzPts val="1200"/>
              <a:buChar char="■"/>
              <a:defRPr sz="1200"/>
            </a:lvl3pPr>
            <a:lvl4pPr marL="1828800" lvl="3" indent="-304800" algn="l">
              <a:lnSpc>
                <a:spcPct val="100000"/>
              </a:lnSpc>
              <a:spcBef>
                <a:spcPts val="600"/>
              </a:spcBef>
              <a:spcAft>
                <a:spcPts val="0"/>
              </a:spcAft>
              <a:buClr>
                <a:srgbClr val="000000"/>
              </a:buClr>
              <a:buSzPts val="1200"/>
              <a:buChar char="●"/>
              <a:defRPr sz="1200"/>
            </a:lvl4pPr>
            <a:lvl5pPr marL="2286000" lvl="4" indent="-304800" algn="l">
              <a:lnSpc>
                <a:spcPct val="100000"/>
              </a:lnSpc>
              <a:spcBef>
                <a:spcPts val="600"/>
              </a:spcBef>
              <a:spcAft>
                <a:spcPts val="0"/>
              </a:spcAft>
              <a:buClr>
                <a:srgbClr val="000000"/>
              </a:buClr>
              <a:buSzPts val="1200"/>
              <a:buChar char="○"/>
              <a:defRPr sz="1200"/>
            </a:lvl5pPr>
            <a:lvl6pPr marL="2743200" lvl="5" indent="-304800" algn="l">
              <a:lnSpc>
                <a:spcPct val="100000"/>
              </a:lnSpc>
              <a:spcBef>
                <a:spcPts val="600"/>
              </a:spcBef>
              <a:spcAft>
                <a:spcPts val="0"/>
              </a:spcAft>
              <a:buClr>
                <a:srgbClr val="000000"/>
              </a:buClr>
              <a:buSzPts val="1200"/>
              <a:buChar char="■"/>
              <a:defRPr sz="1200"/>
            </a:lvl6pPr>
            <a:lvl7pPr marL="3200400" lvl="6" indent="-304800" algn="l">
              <a:lnSpc>
                <a:spcPct val="100000"/>
              </a:lnSpc>
              <a:spcBef>
                <a:spcPts val="600"/>
              </a:spcBef>
              <a:spcAft>
                <a:spcPts val="0"/>
              </a:spcAft>
              <a:buClr>
                <a:srgbClr val="000000"/>
              </a:buClr>
              <a:buSzPts val="1200"/>
              <a:buChar char="●"/>
              <a:defRPr sz="1200"/>
            </a:lvl7pPr>
            <a:lvl8pPr marL="3657600" lvl="7" indent="-304800" algn="l">
              <a:lnSpc>
                <a:spcPct val="100000"/>
              </a:lnSpc>
              <a:spcBef>
                <a:spcPts val="600"/>
              </a:spcBef>
              <a:spcAft>
                <a:spcPts val="0"/>
              </a:spcAft>
              <a:buClr>
                <a:srgbClr val="000000"/>
              </a:buClr>
              <a:buSzPts val="1200"/>
              <a:buChar char="○"/>
              <a:defRPr sz="1200"/>
            </a:lvl8pPr>
            <a:lvl9pPr marL="4114800" lvl="8" indent="-304800" algn="l">
              <a:lnSpc>
                <a:spcPct val="100000"/>
              </a:lnSpc>
              <a:spcBef>
                <a:spcPts val="600"/>
              </a:spcBef>
              <a:spcAft>
                <a:spcPts val="600"/>
              </a:spcAft>
              <a:buClr>
                <a:srgbClr val="000000"/>
              </a:buClr>
              <a:buSzPts val="1200"/>
              <a:buChar char="■"/>
              <a:defRPr sz="1200"/>
            </a:lvl9pPr>
          </a:lstStyle>
          <a:p>
            <a:endParaRPr/>
          </a:p>
        </p:txBody>
      </p:sp>
      <p:sp>
        <p:nvSpPr>
          <p:cNvPr id="151" name="Google Shape;151;p67"/>
          <p:cNvSpPr txBox="1">
            <a:spLocks noGrp="1"/>
          </p:cNvSpPr>
          <p:nvPr>
            <p:ph type="sldNum" idx="12"/>
          </p:nvPr>
        </p:nvSpPr>
        <p:spPr>
          <a:xfrm>
            <a:off x="11296611" y="6217622"/>
            <a:ext cx="7316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52" name="Google Shape;152;p67"/>
          <p:cNvSpPr/>
          <p:nvPr/>
        </p:nvSpPr>
        <p:spPr>
          <a:xfrm>
            <a:off x="-14700" y="6347775"/>
            <a:ext cx="122068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 name="Google Shape;153;p67"/>
          <p:cNvSpPr txBox="1"/>
          <p:nvPr/>
        </p:nvSpPr>
        <p:spPr>
          <a:xfrm>
            <a:off x="4457600" y="6431140"/>
            <a:ext cx="3276800" cy="289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154" name="Google Shape;154;p67"/>
          <p:cNvSpPr/>
          <p:nvPr/>
        </p:nvSpPr>
        <p:spPr>
          <a:xfrm rot="10800000">
            <a:off x="9261067" y="275"/>
            <a:ext cx="29428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 name="Google Shape;155;p67"/>
          <p:cNvSpPr/>
          <p:nvPr/>
        </p:nvSpPr>
        <p:spPr>
          <a:xfrm rot="10800000">
            <a:off x="-2933" y="-25"/>
            <a:ext cx="122068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 name="Google Shape;156;p67"/>
          <p:cNvSpPr txBox="1"/>
          <p:nvPr/>
        </p:nvSpPr>
        <p:spPr>
          <a:xfrm>
            <a:off x="9261067" y="248094"/>
            <a:ext cx="2942800" cy="23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Georgia"/>
                <a:ea typeface="Georgia"/>
                <a:cs typeface="Georgia"/>
                <a:sym typeface="Georgia"/>
              </a:rPr>
              <a:t>CHRIST</a:t>
            </a:r>
            <a:br>
              <a:rPr lang="en-US" sz="1400" b="0" i="0" u="none" strike="noStrike" cap="none">
                <a:solidFill>
                  <a:srgbClr val="FFFFFF"/>
                </a:solidFill>
                <a:latin typeface="Georgia"/>
                <a:ea typeface="Georgia"/>
                <a:cs typeface="Georgia"/>
                <a:sym typeface="Georgia"/>
              </a:rPr>
            </a:br>
            <a:r>
              <a:rPr lang="en-US"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157"/>
        <p:cNvGrpSpPr/>
        <p:nvPr/>
      </p:nvGrpSpPr>
      <p:grpSpPr>
        <a:xfrm>
          <a:off x="0" y="0"/>
          <a:ext cx="0" cy="0"/>
          <a:chOff x="0" y="0"/>
          <a:chExt cx="0" cy="0"/>
        </a:xfrm>
      </p:grpSpPr>
      <p:sp>
        <p:nvSpPr>
          <p:cNvPr id="158" name="Google Shape;158;p68"/>
          <p:cNvSpPr txBox="1">
            <a:spLocks noGrp="1"/>
          </p:cNvSpPr>
          <p:nvPr>
            <p:ph type="title"/>
          </p:nvPr>
        </p:nvSpPr>
        <p:spPr>
          <a:xfrm>
            <a:off x="653667" y="600200"/>
            <a:ext cx="8490400" cy="5454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00000"/>
              </a:buClr>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159" name="Google Shape;159;p68"/>
          <p:cNvSpPr txBox="1">
            <a:spLocks noGrp="1"/>
          </p:cNvSpPr>
          <p:nvPr>
            <p:ph type="sldNum" idx="12"/>
          </p:nvPr>
        </p:nvSpPr>
        <p:spPr>
          <a:xfrm>
            <a:off x="11296611" y="6217622"/>
            <a:ext cx="7316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60" name="Google Shape;160;p68"/>
          <p:cNvSpPr/>
          <p:nvPr/>
        </p:nvSpPr>
        <p:spPr>
          <a:xfrm>
            <a:off x="-14700" y="6347775"/>
            <a:ext cx="122068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 name="Google Shape;161;p68"/>
          <p:cNvSpPr txBox="1"/>
          <p:nvPr/>
        </p:nvSpPr>
        <p:spPr>
          <a:xfrm>
            <a:off x="4457600" y="6431140"/>
            <a:ext cx="3276800" cy="289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162" name="Google Shape;162;p68"/>
          <p:cNvSpPr/>
          <p:nvPr/>
        </p:nvSpPr>
        <p:spPr>
          <a:xfrm rot="10800000">
            <a:off x="9261067" y="275"/>
            <a:ext cx="29428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 name="Google Shape;163;p68"/>
          <p:cNvSpPr/>
          <p:nvPr/>
        </p:nvSpPr>
        <p:spPr>
          <a:xfrm rot="10800000">
            <a:off x="-2933" y="-25"/>
            <a:ext cx="122068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p68"/>
          <p:cNvSpPr txBox="1"/>
          <p:nvPr/>
        </p:nvSpPr>
        <p:spPr>
          <a:xfrm>
            <a:off x="9261067" y="248094"/>
            <a:ext cx="2942800" cy="23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Georgia"/>
                <a:ea typeface="Georgia"/>
                <a:cs typeface="Georgia"/>
                <a:sym typeface="Georgia"/>
              </a:rPr>
              <a:t>CHRIST</a:t>
            </a:r>
            <a:br>
              <a:rPr lang="en-US" sz="1400" b="0" i="0" u="none" strike="noStrike" cap="none">
                <a:solidFill>
                  <a:srgbClr val="FFFFFF"/>
                </a:solidFill>
                <a:latin typeface="Georgia"/>
                <a:ea typeface="Georgia"/>
                <a:cs typeface="Georgia"/>
                <a:sym typeface="Georgia"/>
              </a:rPr>
            </a:br>
            <a:r>
              <a:rPr lang="en-US"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165"/>
        <p:cNvGrpSpPr/>
        <p:nvPr/>
      </p:nvGrpSpPr>
      <p:grpSpPr>
        <a:xfrm>
          <a:off x="0" y="0"/>
          <a:ext cx="0" cy="0"/>
          <a:chOff x="0" y="0"/>
          <a:chExt cx="0" cy="0"/>
        </a:xfrm>
      </p:grpSpPr>
      <p:sp>
        <p:nvSpPr>
          <p:cNvPr id="166" name="Google Shape;166;p69"/>
          <p:cNvSpPr/>
          <p:nvPr/>
        </p:nvSpPr>
        <p:spPr>
          <a:xfrm>
            <a:off x="6096000" y="-167"/>
            <a:ext cx="6096000" cy="68580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 name="Google Shape;167;p69"/>
          <p:cNvSpPr txBox="1">
            <a:spLocks noGrp="1"/>
          </p:cNvSpPr>
          <p:nvPr>
            <p:ph type="title"/>
          </p:nvPr>
        </p:nvSpPr>
        <p:spPr>
          <a:xfrm>
            <a:off x="354000" y="1644233"/>
            <a:ext cx="5393600" cy="19764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rgbClr val="000000"/>
              </a:buClr>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168" name="Google Shape;168;p69"/>
          <p:cNvSpPr txBox="1">
            <a:spLocks noGrp="1"/>
          </p:cNvSpPr>
          <p:nvPr>
            <p:ph type="subTitle" idx="1"/>
          </p:nvPr>
        </p:nvSpPr>
        <p:spPr>
          <a:xfrm>
            <a:off x="354000" y="3737433"/>
            <a:ext cx="5393600" cy="1646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rgbClr val="000000"/>
              </a:buClr>
              <a:buSzPts val="2100"/>
              <a:buNone/>
              <a:defRPr sz="2100"/>
            </a:lvl1pPr>
            <a:lvl2pPr lvl="1" algn="ctr">
              <a:lnSpc>
                <a:spcPct val="100000"/>
              </a:lnSpc>
              <a:spcBef>
                <a:spcPts val="0"/>
              </a:spcBef>
              <a:spcAft>
                <a:spcPts val="0"/>
              </a:spcAft>
              <a:buClr>
                <a:srgbClr val="000000"/>
              </a:buClr>
              <a:buSzPts val="2100"/>
              <a:buNone/>
              <a:defRPr sz="2100"/>
            </a:lvl2pPr>
            <a:lvl3pPr lvl="2" algn="ctr">
              <a:lnSpc>
                <a:spcPct val="100000"/>
              </a:lnSpc>
              <a:spcBef>
                <a:spcPts val="0"/>
              </a:spcBef>
              <a:spcAft>
                <a:spcPts val="0"/>
              </a:spcAft>
              <a:buClr>
                <a:srgbClr val="000000"/>
              </a:buClr>
              <a:buSzPts val="2100"/>
              <a:buNone/>
              <a:defRPr sz="2100"/>
            </a:lvl3pPr>
            <a:lvl4pPr lvl="3" algn="ctr">
              <a:lnSpc>
                <a:spcPct val="100000"/>
              </a:lnSpc>
              <a:spcBef>
                <a:spcPts val="0"/>
              </a:spcBef>
              <a:spcAft>
                <a:spcPts val="0"/>
              </a:spcAft>
              <a:buClr>
                <a:srgbClr val="000000"/>
              </a:buClr>
              <a:buSzPts val="2100"/>
              <a:buNone/>
              <a:defRPr sz="2100"/>
            </a:lvl4pPr>
            <a:lvl5pPr lvl="4" algn="ctr">
              <a:lnSpc>
                <a:spcPct val="100000"/>
              </a:lnSpc>
              <a:spcBef>
                <a:spcPts val="0"/>
              </a:spcBef>
              <a:spcAft>
                <a:spcPts val="0"/>
              </a:spcAft>
              <a:buClr>
                <a:srgbClr val="000000"/>
              </a:buClr>
              <a:buSzPts val="2100"/>
              <a:buNone/>
              <a:defRPr sz="2100"/>
            </a:lvl5pPr>
            <a:lvl6pPr lvl="5" algn="ctr">
              <a:lnSpc>
                <a:spcPct val="100000"/>
              </a:lnSpc>
              <a:spcBef>
                <a:spcPts val="0"/>
              </a:spcBef>
              <a:spcAft>
                <a:spcPts val="0"/>
              </a:spcAft>
              <a:buClr>
                <a:srgbClr val="000000"/>
              </a:buClr>
              <a:buSzPts val="2100"/>
              <a:buNone/>
              <a:defRPr sz="2100"/>
            </a:lvl6pPr>
            <a:lvl7pPr lvl="6" algn="ctr">
              <a:lnSpc>
                <a:spcPct val="100000"/>
              </a:lnSpc>
              <a:spcBef>
                <a:spcPts val="0"/>
              </a:spcBef>
              <a:spcAft>
                <a:spcPts val="0"/>
              </a:spcAft>
              <a:buClr>
                <a:srgbClr val="000000"/>
              </a:buClr>
              <a:buSzPts val="2100"/>
              <a:buNone/>
              <a:defRPr sz="2100"/>
            </a:lvl7pPr>
            <a:lvl8pPr lvl="7" algn="ctr">
              <a:lnSpc>
                <a:spcPct val="100000"/>
              </a:lnSpc>
              <a:spcBef>
                <a:spcPts val="0"/>
              </a:spcBef>
              <a:spcAft>
                <a:spcPts val="0"/>
              </a:spcAft>
              <a:buClr>
                <a:srgbClr val="000000"/>
              </a:buClr>
              <a:buSzPts val="2100"/>
              <a:buNone/>
              <a:defRPr sz="2100"/>
            </a:lvl8pPr>
            <a:lvl9pPr lvl="8" algn="ctr">
              <a:lnSpc>
                <a:spcPct val="100000"/>
              </a:lnSpc>
              <a:spcBef>
                <a:spcPts val="0"/>
              </a:spcBef>
              <a:spcAft>
                <a:spcPts val="0"/>
              </a:spcAft>
              <a:buClr>
                <a:srgbClr val="000000"/>
              </a:buClr>
              <a:buSzPts val="2100"/>
              <a:buNone/>
              <a:defRPr sz="2100"/>
            </a:lvl9pPr>
          </a:lstStyle>
          <a:p>
            <a:endParaRPr/>
          </a:p>
        </p:txBody>
      </p:sp>
      <p:sp>
        <p:nvSpPr>
          <p:cNvPr id="169" name="Google Shape;169;p69"/>
          <p:cNvSpPr txBox="1">
            <a:spLocks noGrp="1"/>
          </p:cNvSpPr>
          <p:nvPr>
            <p:ph type="body" idx="2"/>
          </p:nvPr>
        </p:nvSpPr>
        <p:spPr>
          <a:xfrm>
            <a:off x="6586000" y="965433"/>
            <a:ext cx="5116000" cy="4926900"/>
          </a:xfrm>
          <a:prstGeom prst="rect">
            <a:avLst/>
          </a:prstGeom>
          <a:noFill/>
          <a:ln>
            <a:noFill/>
          </a:ln>
        </p:spPr>
        <p:txBody>
          <a:bodyPr spcFirstLastPara="1" wrap="square" lIns="91425" tIns="91425" rIns="91425" bIns="91425" anchor="ctr" anchorCtr="0">
            <a:noAutofit/>
          </a:bodyPr>
          <a:lstStyle>
            <a:lvl1pPr marL="457200" lvl="0" indent="-368300" algn="l">
              <a:lnSpc>
                <a:spcPct val="100000"/>
              </a:lnSpc>
              <a:spcBef>
                <a:spcPts val="0"/>
              </a:spcBef>
              <a:spcAft>
                <a:spcPts val="0"/>
              </a:spcAft>
              <a:buClr>
                <a:srgbClr val="000000"/>
              </a:buClr>
              <a:buSzPts val="2200"/>
              <a:buChar char="●"/>
              <a:defRPr/>
            </a:lvl1pPr>
            <a:lvl2pPr marL="914400" lvl="1" indent="-342900" algn="l">
              <a:lnSpc>
                <a:spcPct val="100000"/>
              </a:lnSpc>
              <a:spcBef>
                <a:spcPts val="600"/>
              </a:spcBef>
              <a:spcAft>
                <a:spcPts val="0"/>
              </a:spcAft>
              <a:buClr>
                <a:srgbClr val="000000"/>
              </a:buClr>
              <a:buSzPts val="1800"/>
              <a:buChar char="○"/>
              <a:defRPr/>
            </a:lvl2pPr>
            <a:lvl3pPr marL="1371600" lvl="2" indent="-342900" algn="l">
              <a:lnSpc>
                <a:spcPct val="100000"/>
              </a:lnSpc>
              <a:spcBef>
                <a:spcPts val="600"/>
              </a:spcBef>
              <a:spcAft>
                <a:spcPts val="0"/>
              </a:spcAft>
              <a:buClr>
                <a:srgbClr val="000000"/>
              </a:buClr>
              <a:buSzPts val="1800"/>
              <a:buChar char="■"/>
              <a:defRPr/>
            </a:lvl3pPr>
            <a:lvl4pPr marL="1828800" lvl="3" indent="-342900" algn="l">
              <a:lnSpc>
                <a:spcPct val="100000"/>
              </a:lnSpc>
              <a:spcBef>
                <a:spcPts val="600"/>
              </a:spcBef>
              <a:spcAft>
                <a:spcPts val="0"/>
              </a:spcAft>
              <a:buClr>
                <a:srgbClr val="000000"/>
              </a:buClr>
              <a:buSzPts val="1800"/>
              <a:buChar char="●"/>
              <a:defRPr/>
            </a:lvl4pPr>
            <a:lvl5pPr marL="2286000" lvl="4" indent="-342900" algn="l">
              <a:lnSpc>
                <a:spcPct val="100000"/>
              </a:lnSpc>
              <a:spcBef>
                <a:spcPts val="600"/>
              </a:spcBef>
              <a:spcAft>
                <a:spcPts val="0"/>
              </a:spcAft>
              <a:buClr>
                <a:srgbClr val="000000"/>
              </a:buClr>
              <a:buSzPts val="1800"/>
              <a:buChar char="○"/>
              <a:defRPr/>
            </a:lvl5pPr>
            <a:lvl6pPr marL="2743200" lvl="5" indent="-342900" algn="l">
              <a:lnSpc>
                <a:spcPct val="100000"/>
              </a:lnSpc>
              <a:spcBef>
                <a:spcPts val="600"/>
              </a:spcBef>
              <a:spcAft>
                <a:spcPts val="0"/>
              </a:spcAft>
              <a:buClr>
                <a:srgbClr val="000000"/>
              </a:buClr>
              <a:buSzPts val="1800"/>
              <a:buChar char="■"/>
              <a:defRPr/>
            </a:lvl6pPr>
            <a:lvl7pPr marL="3200400" lvl="6" indent="-342900" algn="l">
              <a:lnSpc>
                <a:spcPct val="100000"/>
              </a:lnSpc>
              <a:spcBef>
                <a:spcPts val="600"/>
              </a:spcBef>
              <a:spcAft>
                <a:spcPts val="0"/>
              </a:spcAft>
              <a:buClr>
                <a:srgbClr val="000000"/>
              </a:buClr>
              <a:buSzPts val="1800"/>
              <a:buChar char="●"/>
              <a:defRPr/>
            </a:lvl7pPr>
            <a:lvl8pPr marL="3657600" lvl="7" indent="-342900" algn="l">
              <a:lnSpc>
                <a:spcPct val="100000"/>
              </a:lnSpc>
              <a:spcBef>
                <a:spcPts val="600"/>
              </a:spcBef>
              <a:spcAft>
                <a:spcPts val="0"/>
              </a:spcAft>
              <a:buClr>
                <a:srgbClr val="000000"/>
              </a:buClr>
              <a:buSzPts val="1800"/>
              <a:buChar char="○"/>
              <a:defRPr/>
            </a:lvl8pPr>
            <a:lvl9pPr marL="4114800" lvl="8" indent="-342900" algn="l">
              <a:lnSpc>
                <a:spcPct val="100000"/>
              </a:lnSpc>
              <a:spcBef>
                <a:spcPts val="600"/>
              </a:spcBef>
              <a:spcAft>
                <a:spcPts val="600"/>
              </a:spcAft>
              <a:buClr>
                <a:srgbClr val="000000"/>
              </a:buClr>
              <a:buSzPts val="1800"/>
              <a:buChar char="■"/>
              <a:defRPr/>
            </a:lvl9pPr>
          </a:lstStyle>
          <a:p>
            <a:endParaRPr/>
          </a:p>
        </p:txBody>
      </p:sp>
      <p:sp>
        <p:nvSpPr>
          <p:cNvPr id="170" name="Google Shape;170;p69"/>
          <p:cNvSpPr txBox="1">
            <a:spLocks noGrp="1"/>
          </p:cNvSpPr>
          <p:nvPr>
            <p:ph type="sldNum" idx="12"/>
          </p:nvPr>
        </p:nvSpPr>
        <p:spPr>
          <a:xfrm>
            <a:off x="11296611" y="6217622"/>
            <a:ext cx="7316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71" name="Google Shape;171;p69"/>
          <p:cNvSpPr/>
          <p:nvPr/>
        </p:nvSpPr>
        <p:spPr>
          <a:xfrm>
            <a:off x="-14700" y="6347775"/>
            <a:ext cx="122068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 name="Google Shape;172;p69"/>
          <p:cNvSpPr txBox="1"/>
          <p:nvPr/>
        </p:nvSpPr>
        <p:spPr>
          <a:xfrm>
            <a:off x="4457600" y="6431140"/>
            <a:ext cx="3276800" cy="289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173" name="Google Shape;173;p69"/>
          <p:cNvSpPr/>
          <p:nvPr/>
        </p:nvSpPr>
        <p:spPr>
          <a:xfrm rot="10800000">
            <a:off x="9261067" y="275"/>
            <a:ext cx="29428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 name="Google Shape;174;p69"/>
          <p:cNvSpPr/>
          <p:nvPr/>
        </p:nvSpPr>
        <p:spPr>
          <a:xfrm rot="10800000">
            <a:off x="-2933" y="-25"/>
            <a:ext cx="122068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 name="Google Shape;175;p69"/>
          <p:cNvSpPr txBox="1"/>
          <p:nvPr/>
        </p:nvSpPr>
        <p:spPr>
          <a:xfrm>
            <a:off x="9261067" y="248094"/>
            <a:ext cx="2942800" cy="23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Georgia"/>
                <a:ea typeface="Georgia"/>
                <a:cs typeface="Georgia"/>
                <a:sym typeface="Georgia"/>
              </a:rPr>
              <a:t>CHRIST</a:t>
            </a:r>
            <a:br>
              <a:rPr lang="en-US" sz="1400" b="0" i="0" u="none" strike="noStrike" cap="none">
                <a:solidFill>
                  <a:srgbClr val="FFFFFF"/>
                </a:solidFill>
                <a:latin typeface="Georgia"/>
                <a:ea typeface="Georgia"/>
                <a:cs typeface="Georgia"/>
                <a:sym typeface="Georgia"/>
              </a:rPr>
            </a:br>
            <a:r>
              <a:rPr lang="en-US"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176"/>
        <p:cNvGrpSpPr/>
        <p:nvPr/>
      </p:nvGrpSpPr>
      <p:grpSpPr>
        <a:xfrm>
          <a:off x="0" y="0"/>
          <a:ext cx="0" cy="0"/>
          <a:chOff x="0" y="0"/>
          <a:chExt cx="0" cy="0"/>
        </a:xfrm>
      </p:grpSpPr>
      <p:sp>
        <p:nvSpPr>
          <p:cNvPr id="177" name="Google Shape;177;p70"/>
          <p:cNvSpPr txBox="1">
            <a:spLocks noGrp="1"/>
          </p:cNvSpPr>
          <p:nvPr>
            <p:ph type="body" idx="1"/>
          </p:nvPr>
        </p:nvSpPr>
        <p:spPr>
          <a:xfrm>
            <a:off x="415600" y="5640767"/>
            <a:ext cx="7998400" cy="8067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Clr>
                <a:srgbClr val="000000"/>
              </a:buClr>
              <a:buSzPts val="2200"/>
              <a:buNone/>
              <a:defRPr/>
            </a:lvl1pPr>
            <a:lvl2pPr marL="914400" lvl="1" indent="-342900" algn="l">
              <a:lnSpc>
                <a:spcPct val="100000"/>
              </a:lnSpc>
              <a:spcBef>
                <a:spcPts val="600"/>
              </a:spcBef>
              <a:spcAft>
                <a:spcPts val="0"/>
              </a:spcAft>
              <a:buClr>
                <a:srgbClr val="000000"/>
              </a:buClr>
              <a:buSzPts val="1800"/>
              <a:buChar char="○"/>
              <a:defRPr/>
            </a:lvl2pPr>
            <a:lvl3pPr marL="1371600" lvl="2" indent="-342900" algn="l">
              <a:lnSpc>
                <a:spcPct val="100000"/>
              </a:lnSpc>
              <a:spcBef>
                <a:spcPts val="600"/>
              </a:spcBef>
              <a:spcAft>
                <a:spcPts val="0"/>
              </a:spcAft>
              <a:buClr>
                <a:srgbClr val="000000"/>
              </a:buClr>
              <a:buSzPts val="1800"/>
              <a:buChar char="■"/>
              <a:defRPr/>
            </a:lvl3pPr>
            <a:lvl4pPr marL="1828800" lvl="3" indent="-342900" algn="l">
              <a:lnSpc>
                <a:spcPct val="100000"/>
              </a:lnSpc>
              <a:spcBef>
                <a:spcPts val="600"/>
              </a:spcBef>
              <a:spcAft>
                <a:spcPts val="0"/>
              </a:spcAft>
              <a:buClr>
                <a:srgbClr val="000000"/>
              </a:buClr>
              <a:buSzPts val="1800"/>
              <a:buChar char="●"/>
              <a:defRPr/>
            </a:lvl4pPr>
            <a:lvl5pPr marL="2286000" lvl="4" indent="-342900" algn="l">
              <a:lnSpc>
                <a:spcPct val="100000"/>
              </a:lnSpc>
              <a:spcBef>
                <a:spcPts val="600"/>
              </a:spcBef>
              <a:spcAft>
                <a:spcPts val="0"/>
              </a:spcAft>
              <a:buClr>
                <a:srgbClr val="000000"/>
              </a:buClr>
              <a:buSzPts val="1800"/>
              <a:buChar char="○"/>
              <a:defRPr/>
            </a:lvl5pPr>
            <a:lvl6pPr marL="2743200" lvl="5" indent="-342900" algn="l">
              <a:lnSpc>
                <a:spcPct val="100000"/>
              </a:lnSpc>
              <a:spcBef>
                <a:spcPts val="600"/>
              </a:spcBef>
              <a:spcAft>
                <a:spcPts val="0"/>
              </a:spcAft>
              <a:buClr>
                <a:srgbClr val="000000"/>
              </a:buClr>
              <a:buSzPts val="1800"/>
              <a:buChar char="■"/>
              <a:defRPr/>
            </a:lvl6pPr>
            <a:lvl7pPr marL="3200400" lvl="6" indent="-342900" algn="l">
              <a:lnSpc>
                <a:spcPct val="100000"/>
              </a:lnSpc>
              <a:spcBef>
                <a:spcPts val="600"/>
              </a:spcBef>
              <a:spcAft>
                <a:spcPts val="0"/>
              </a:spcAft>
              <a:buClr>
                <a:srgbClr val="000000"/>
              </a:buClr>
              <a:buSzPts val="1800"/>
              <a:buChar char="●"/>
              <a:defRPr/>
            </a:lvl7pPr>
            <a:lvl8pPr marL="3657600" lvl="7" indent="-342900" algn="l">
              <a:lnSpc>
                <a:spcPct val="100000"/>
              </a:lnSpc>
              <a:spcBef>
                <a:spcPts val="600"/>
              </a:spcBef>
              <a:spcAft>
                <a:spcPts val="0"/>
              </a:spcAft>
              <a:buClr>
                <a:srgbClr val="000000"/>
              </a:buClr>
              <a:buSzPts val="1800"/>
              <a:buChar char="○"/>
              <a:defRPr/>
            </a:lvl8pPr>
            <a:lvl9pPr marL="4114800" lvl="8" indent="-342900" algn="l">
              <a:lnSpc>
                <a:spcPct val="100000"/>
              </a:lnSpc>
              <a:spcBef>
                <a:spcPts val="600"/>
              </a:spcBef>
              <a:spcAft>
                <a:spcPts val="600"/>
              </a:spcAft>
              <a:buClr>
                <a:srgbClr val="000000"/>
              </a:buClr>
              <a:buSzPts val="1800"/>
              <a:buChar char="■"/>
              <a:defRPr/>
            </a:lvl9pPr>
          </a:lstStyle>
          <a:p>
            <a:endParaRPr/>
          </a:p>
        </p:txBody>
      </p:sp>
      <p:sp>
        <p:nvSpPr>
          <p:cNvPr id="178" name="Google Shape;178;p70"/>
          <p:cNvSpPr txBox="1">
            <a:spLocks noGrp="1"/>
          </p:cNvSpPr>
          <p:nvPr>
            <p:ph type="sldNum" idx="12"/>
          </p:nvPr>
        </p:nvSpPr>
        <p:spPr>
          <a:xfrm>
            <a:off x="11296611" y="6217622"/>
            <a:ext cx="7316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79" name="Google Shape;179;p70"/>
          <p:cNvSpPr/>
          <p:nvPr/>
        </p:nvSpPr>
        <p:spPr>
          <a:xfrm>
            <a:off x="-14700" y="6347775"/>
            <a:ext cx="122068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 name="Google Shape;180;p70"/>
          <p:cNvSpPr txBox="1"/>
          <p:nvPr/>
        </p:nvSpPr>
        <p:spPr>
          <a:xfrm>
            <a:off x="4457600" y="6431140"/>
            <a:ext cx="3276800" cy="289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181" name="Google Shape;181;p70"/>
          <p:cNvSpPr/>
          <p:nvPr/>
        </p:nvSpPr>
        <p:spPr>
          <a:xfrm rot="10800000">
            <a:off x="9261067" y="275"/>
            <a:ext cx="29428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 name="Google Shape;182;p70"/>
          <p:cNvSpPr/>
          <p:nvPr/>
        </p:nvSpPr>
        <p:spPr>
          <a:xfrm rot="10800000">
            <a:off x="-2933" y="-25"/>
            <a:ext cx="122068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 name="Google Shape;183;p70"/>
          <p:cNvSpPr txBox="1"/>
          <p:nvPr/>
        </p:nvSpPr>
        <p:spPr>
          <a:xfrm>
            <a:off x="9261067" y="248094"/>
            <a:ext cx="2942800" cy="23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Georgia"/>
                <a:ea typeface="Georgia"/>
                <a:cs typeface="Georgia"/>
                <a:sym typeface="Georgia"/>
              </a:rPr>
              <a:t>CHRIST</a:t>
            </a:r>
            <a:br>
              <a:rPr lang="en-US" sz="1400" b="0" i="0" u="none" strike="noStrike" cap="none">
                <a:solidFill>
                  <a:srgbClr val="FFFFFF"/>
                </a:solidFill>
                <a:latin typeface="Georgia"/>
                <a:ea typeface="Georgia"/>
                <a:cs typeface="Georgia"/>
                <a:sym typeface="Georgia"/>
              </a:rPr>
            </a:br>
            <a:r>
              <a:rPr lang="en-US"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184"/>
        <p:cNvGrpSpPr/>
        <p:nvPr/>
      </p:nvGrpSpPr>
      <p:grpSpPr>
        <a:xfrm>
          <a:off x="0" y="0"/>
          <a:ext cx="0" cy="0"/>
          <a:chOff x="0" y="0"/>
          <a:chExt cx="0" cy="0"/>
        </a:xfrm>
      </p:grpSpPr>
      <p:sp>
        <p:nvSpPr>
          <p:cNvPr id="185" name="Google Shape;185;p71"/>
          <p:cNvSpPr txBox="1">
            <a:spLocks noGrp="1"/>
          </p:cNvSpPr>
          <p:nvPr>
            <p:ph type="title"/>
          </p:nvPr>
        </p:nvSpPr>
        <p:spPr>
          <a:xfrm>
            <a:off x="415600" y="1474833"/>
            <a:ext cx="11360800" cy="26181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rgbClr val="000000"/>
              </a:buClr>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endParaRPr/>
          </a:p>
        </p:txBody>
      </p:sp>
      <p:sp>
        <p:nvSpPr>
          <p:cNvPr id="186" name="Google Shape;186;p71"/>
          <p:cNvSpPr txBox="1">
            <a:spLocks noGrp="1"/>
          </p:cNvSpPr>
          <p:nvPr>
            <p:ph type="body" idx="1"/>
          </p:nvPr>
        </p:nvSpPr>
        <p:spPr>
          <a:xfrm>
            <a:off x="415600" y="4202967"/>
            <a:ext cx="11360800" cy="1734300"/>
          </a:xfrm>
          <a:prstGeom prst="rect">
            <a:avLst/>
          </a:prstGeom>
          <a:noFill/>
          <a:ln>
            <a:noFill/>
          </a:ln>
        </p:spPr>
        <p:txBody>
          <a:bodyPr spcFirstLastPara="1" wrap="square" lIns="91425" tIns="91425" rIns="91425" bIns="91425" anchor="t" anchorCtr="0">
            <a:noAutofit/>
          </a:bodyPr>
          <a:lstStyle>
            <a:lvl1pPr marL="457200" lvl="0" indent="-368300" algn="ctr">
              <a:lnSpc>
                <a:spcPct val="100000"/>
              </a:lnSpc>
              <a:spcBef>
                <a:spcPts val="0"/>
              </a:spcBef>
              <a:spcAft>
                <a:spcPts val="0"/>
              </a:spcAft>
              <a:buClr>
                <a:srgbClr val="000000"/>
              </a:buClr>
              <a:buSzPts val="2200"/>
              <a:buChar char="●"/>
              <a:defRPr/>
            </a:lvl1pPr>
            <a:lvl2pPr marL="914400" lvl="1" indent="-342900" algn="ctr">
              <a:lnSpc>
                <a:spcPct val="100000"/>
              </a:lnSpc>
              <a:spcBef>
                <a:spcPts val="600"/>
              </a:spcBef>
              <a:spcAft>
                <a:spcPts val="0"/>
              </a:spcAft>
              <a:buClr>
                <a:srgbClr val="000000"/>
              </a:buClr>
              <a:buSzPts val="1800"/>
              <a:buChar char="○"/>
              <a:defRPr/>
            </a:lvl2pPr>
            <a:lvl3pPr marL="1371600" lvl="2" indent="-342900" algn="ctr">
              <a:lnSpc>
                <a:spcPct val="100000"/>
              </a:lnSpc>
              <a:spcBef>
                <a:spcPts val="600"/>
              </a:spcBef>
              <a:spcAft>
                <a:spcPts val="0"/>
              </a:spcAft>
              <a:buClr>
                <a:srgbClr val="000000"/>
              </a:buClr>
              <a:buSzPts val="1800"/>
              <a:buChar char="■"/>
              <a:defRPr/>
            </a:lvl3pPr>
            <a:lvl4pPr marL="1828800" lvl="3" indent="-342900" algn="ctr">
              <a:lnSpc>
                <a:spcPct val="100000"/>
              </a:lnSpc>
              <a:spcBef>
                <a:spcPts val="600"/>
              </a:spcBef>
              <a:spcAft>
                <a:spcPts val="0"/>
              </a:spcAft>
              <a:buClr>
                <a:srgbClr val="000000"/>
              </a:buClr>
              <a:buSzPts val="1800"/>
              <a:buChar char="●"/>
              <a:defRPr/>
            </a:lvl4pPr>
            <a:lvl5pPr marL="2286000" lvl="4" indent="-342900" algn="ctr">
              <a:lnSpc>
                <a:spcPct val="100000"/>
              </a:lnSpc>
              <a:spcBef>
                <a:spcPts val="600"/>
              </a:spcBef>
              <a:spcAft>
                <a:spcPts val="0"/>
              </a:spcAft>
              <a:buClr>
                <a:srgbClr val="000000"/>
              </a:buClr>
              <a:buSzPts val="1800"/>
              <a:buChar char="○"/>
              <a:defRPr/>
            </a:lvl5pPr>
            <a:lvl6pPr marL="2743200" lvl="5" indent="-342900" algn="ctr">
              <a:lnSpc>
                <a:spcPct val="100000"/>
              </a:lnSpc>
              <a:spcBef>
                <a:spcPts val="600"/>
              </a:spcBef>
              <a:spcAft>
                <a:spcPts val="0"/>
              </a:spcAft>
              <a:buClr>
                <a:srgbClr val="000000"/>
              </a:buClr>
              <a:buSzPts val="1800"/>
              <a:buChar char="■"/>
              <a:defRPr/>
            </a:lvl6pPr>
            <a:lvl7pPr marL="3200400" lvl="6" indent="-342900" algn="ctr">
              <a:lnSpc>
                <a:spcPct val="100000"/>
              </a:lnSpc>
              <a:spcBef>
                <a:spcPts val="600"/>
              </a:spcBef>
              <a:spcAft>
                <a:spcPts val="0"/>
              </a:spcAft>
              <a:buClr>
                <a:srgbClr val="000000"/>
              </a:buClr>
              <a:buSzPts val="1800"/>
              <a:buChar char="●"/>
              <a:defRPr/>
            </a:lvl7pPr>
            <a:lvl8pPr marL="3657600" lvl="7" indent="-342900" algn="ctr">
              <a:lnSpc>
                <a:spcPct val="100000"/>
              </a:lnSpc>
              <a:spcBef>
                <a:spcPts val="600"/>
              </a:spcBef>
              <a:spcAft>
                <a:spcPts val="0"/>
              </a:spcAft>
              <a:buClr>
                <a:srgbClr val="000000"/>
              </a:buClr>
              <a:buSzPts val="1800"/>
              <a:buChar char="○"/>
              <a:defRPr/>
            </a:lvl8pPr>
            <a:lvl9pPr marL="4114800" lvl="8" indent="-342900" algn="ctr">
              <a:lnSpc>
                <a:spcPct val="100000"/>
              </a:lnSpc>
              <a:spcBef>
                <a:spcPts val="600"/>
              </a:spcBef>
              <a:spcAft>
                <a:spcPts val="600"/>
              </a:spcAft>
              <a:buClr>
                <a:srgbClr val="000000"/>
              </a:buClr>
              <a:buSzPts val="1800"/>
              <a:buChar char="■"/>
              <a:defRPr/>
            </a:lvl9pPr>
          </a:lstStyle>
          <a:p>
            <a:endParaRPr/>
          </a:p>
        </p:txBody>
      </p:sp>
      <p:sp>
        <p:nvSpPr>
          <p:cNvPr id="187" name="Google Shape;187;p71"/>
          <p:cNvSpPr txBox="1">
            <a:spLocks noGrp="1"/>
          </p:cNvSpPr>
          <p:nvPr>
            <p:ph type="sldNum" idx="12"/>
          </p:nvPr>
        </p:nvSpPr>
        <p:spPr>
          <a:xfrm>
            <a:off x="11296611" y="6217622"/>
            <a:ext cx="7316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88" name="Google Shape;188;p71"/>
          <p:cNvSpPr/>
          <p:nvPr/>
        </p:nvSpPr>
        <p:spPr>
          <a:xfrm>
            <a:off x="-14700" y="6347775"/>
            <a:ext cx="122068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 name="Google Shape;189;p71"/>
          <p:cNvSpPr txBox="1"/>
          <p:nvPr/>
        </p:nvSpPr>
        <p:spPr>
          <a:xfrm>
            <a:off x="4457600" y="6431140"/>
            <a:ext cx="3276800" cy="289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190" name="Google Shape;190;p71"/>
          <p:cNvSpPr/>
          <p:nvPr/>
        </p:nvSpPr>
        <p:spPr>
          <a:xfrm rot="10800000">
            <a:off x="9261067" y="275"/>
            <a:ext cx="29428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 name="Google Shape;191;p71"/>
          <p:cNvSpPr/>
          <p:nvPr/>
        </p:nvSpPr>
        <p:spPr>
          <a:xfrm rot="10800000">
            <a:off x="-2933" y="-25"/>
            <a:ext cx="122068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 name="Google Shape;192;p71"/>
          <p:cNvSpPr txBox="1"/>
          <p:nvPr/>
        </p:nvSpPr>
        <p:spPr>
          <a:xfrm>
            <a:off x="9261067" y="248094"/>
            <a:ext cx="2942800" cy="23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Georgia"/>
                <a:ea typeface="Georgia"/>
                <a:cs typeface="Georgia"/>
                <a:sym typeface="Georgia"/>
              </a:rPr>
              <a:t>CHRIST</a:t>
            </a:r>
            <a:br>
              <a:rPr lang="en-US" sz="1400" b="0" i="0" u="none" strike="noStrike" cap="none">
                <a:solidFill>
                  <a:srgbClr val="FFFFFF"/>
                </a:solidFill>
                <a:latin typeface="Georgia"/>
                <a:ea typeface="Georgia"/>
                <a:cs typeface="Georgia"/>
                <a:sym typeface="Georgia"/>
              </a:rPr>
            </a:br>
            <a:r>
              <a:rPr lang="en-US"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93"/>
        <p:cNvGrpSpPr/>
        <p:nvPr/>
      </p:nvGrpSpPr>
      <p:grpSpPr>
        <a:xfrm>
          <a:off x="0" y="0"/>
          <a:ext cx="0" cy="0"/>
          <a:chOff x="0" y="0"/>
          <a:chExt cx="0" cy="0"/>
        </a:xfrm>
      </p:grpSpPr>
      <p:sp>
        <p:nvSpPr>
          <p:cNvPr id="194" name="Google Shape;194;p72"/>
          <p:cNvSpPr txBox="1">
            <a:spLocks noGrp="1"/>
          </p:cNvSpPr>
          <p:nvPr>
            <p:ph type="sldNum" idx="12"/>
          </p:nvPr>
        </p:nvSpPr>
        <p:spPr>
          <a:xfrm>
            <a:off x="11296611" y="6217622"/>
            <a:ext cx="731600" cy="524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95" name="Google Shape;195;p72"/>
          <p:cNvSpPr/>
          <p:nvPr/>
        </p:nvSpPr>
        <p:spPr>
          <a:xfrm>
            <a:off x="-14700" y="6347775"/>
            <a:ext cx="12206800" cy="5103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 name="Google Shape;196;p72"/>
          <p:cNvSpPr txBox="1"/>
          <p:nvPr/>
        </p:nvSpPr>
        <p:spPr>
          <a:xfrm>
            <a:off x="4457600" y="6431140"/>
            <a:ext cx="3276800" cy="289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Georgia"/>
                <a:ea typeface="Georgia"/>
                <a:cs typeface="Georgia"/>
                <a:sym typeface="Georgia"/>
              </a:rPr>
              <a:t>Excellence and Service</a:t>
            </a:r>
            <a:endParaRPr sz="1400" b="0" i="0" u="none" strike="noStrike" cap="none">
              <a:solidFill>
                <a:srgbClr val="FFFFFF"/>
              </a:solidFill>
              <a:latin typeface="Georgia"/>
              <a:ea typeface="Georgia"/>
              <a:cs typeface="Georgia"/>
              <a:sym typeface="Georgia"/>
            </a:endParaRPr>
          </a:p>
        </p:txBody>
      </p:sp>
      <p:sp>
        <p:nvSpPr>
          <p:cNvPr id="197" name="Google Shape;197;p72"/>
          <p:cNvSpPr/>
          <p:nvPr/>
        </p:nvSpPr>
        <p:spPr>
          <a:xfrm rot="10800000">
            <a:off x="9261067" y="275"/>
            <a:ext cx="2942800" cy="6147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8" name="Google Shape;198;p72"/>
          <p:cNvSpPr/>
          <p:nvPr/>
        </p:nvSpPr>
        <p:spPr>
          <a:xfrm rot="10800000">
            <a:off x="-2933" y="-25"/>
            <a:ext cx="12206800" cy="364800"/>
          </a:xfrm>
          <a:prstGeom prst="round2SameRect">
            <a:avLst>
              <a:gd name="adj1" fmla="val 12503"/>
              <a:gd name="adj2" fmla="val 0"/>
            </a:avLst>
          </a:prstGeom>
          <a:solidFill>
            <a:srgbClr val="0B5394"/>
          </a:solidFill>
          <a:ln w="19050"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9" name="Google Shape;199;p72"/>
          <p:cNvSpPr txBox="1"/>
          <p:nvPr/>
        </p:nvSpPr>
        <p:spPr>
          <a:xfrm>
            <a:off x="9261067" y="248094"/>
            <a:ext cx="2942800" cy="231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a:solidFill>
                  <a:srgbClr val="FFFFFF"/>
                </a:solidFill>
                <a:latin typeface="Georgia"/>
                <a:ea typeface="Georgia"/>
                <a:cs typeface="Georgia"/>
                <a:sym typeface="Georgia"/>
              </a:rPr>
              <a:t>CHRIST</a:t>
            </a:r>
            <a:br>
              <a:rPr lang="en-US" sz="1400" b="0" i="0" u="none" strike="noStrike" cap="none">
                <a:solidFill>
                  <a:srgbClr val="FFFFFF"/>
                </a:solidFill>
                <a:latin typeface="Georgia"/>
                <a:ea typeface="Georgia"/>
                <a:cs typeface="Georgia"/>
                <a:sym typeface="Georgia"/>
              </a:rPr>
            </a:br>
            <a:r>
              <a:rPr lang="en-US" sz="1200" b="0" i="0" u="none" strike="noStrike" cap="none">
                <a:solidFill>
                  <a:srgbClr val="FFFFFF"/>
                </a:solidFill>
                <a:latin typeface="Georgia"/>
                <a:ea typeface="Georgia"/>
                <a:cs typeface="Georgia"/>
                <a:sym typeface="Georgia"/>
              </a:rPr>
              <a:t>Deemed to be University</a:t>
            </a:r>
            <a:endParaRPr sz="1200" b="0" i="0" u="none" strike="noStrike" cap="none">
              <a:solidFill>
                <a:srgbClr val="FFFFFF"/>
              </a:solidFill>
              <a:latin typeface="Georgia"/>
              <a:ea typeface="Georgia"/>
              <a:cs typeface="Georgia"/>
              <a:sym typeface="Georgia"/>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heme" Target="../theme/theme2.xml"/><Relationship Id="rId5" Type="http://schemas.openxmlformats.org/officeDocument/2006/relationships/slideLayout" Target="../slideLayouts/slideLayout13.xml"/><Relationship Id="rId4"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9"/>
        <p:cNvGrpSpPr/>
        <p:nvPr/>
      </p:nvGrpSpPr>
      <p:grpSpPr>
        <a:xfrm>
          <a:off x="0" y="0"/>
          <a:ext cx="0" cy="0"/>
          <a:chOff x="0" y="0"/>
          <a:chExt cx="0" cy="0"/>
        </a:xfrm>
      </p:grpSpPr>
      <p:sp>
        <p:nvSpPr>
          <p:cNvPr id="10" name="Google Shape;10;p49"/>
          <p:cNvSpPr txBox="1">
            <a:spLocks noGrp="1"/>
          </p:cNvSpPr>
          <p:nvPr>
            <p:ph type="title"/>
          </p:nvPr>
        </p:nvSpPr>
        <p:spPr>
          <a:xfrm>
            <a:off x="415600" y="517167"/>
            <a:ext cx="11360700" cy="763500"/>
          </a:xfrm>
          <a:prstGeom prst="rect">
            <a:avLst/>
          </a:prstGeom>
          <a:noFill/>
          <a:ln>
            <a:noFill/>
          </a:ln>
        </p:spPr>
        <p:txBody>
          <a:bodyPr spcFirstLastPara="1" wrap="square" lIns="121900" tIns="121900" rIns="121900" bIns="121900" anchor="t" anchorCtr="0">
            <a:noAutofit/>
          </a:bodyPr>
          <a:lstStyle>
            <a:lvl1pPr marR="0" lvl="0" algn="l" rtl="0">
              <a:lnSpc>
                <a:spcPct val="100000"/>
              </a:lnSpc>
              <a:spcBef>
                <a:spcPts val="0"/>
              </a:spcBef>
              <a:spcAft>
                <a:spcPts val="0"/>
              </a:spcAft>
              <a:buClr>
                <a:srgbClr val="000000"/>
              </a:buClr>
              <a:buSzPts val="3200"/>
              <a:buFont typeface="IBM Plex Sans Condensed"/>
              <a:buNone/>
              <a:defRPr sz="3200" b="1" i="0" u="none" strike="noStrike" cap="none">
                <a:solidFill>
                  <a:srgbClr val="000000"/>
                </a:solidFill>
                <a:latin typeface="IBM Plex Sans Condensed"/>
                <a:ea typeface="IBM Plex Sans Condensed"/>
                <a:cs typeface="IBM Plex Sans Condensed"/>
                <a:sym typeface="IBM Plex Sans Condensed"/>
              </a:defRPr>
            </a:lvl1pPr>
            <a:lvl2pPr marR="0" lvl="1" algn="l" rtl="0">
              <a:lnSpc>
                <a:spcPct val="100000"/>
              </a:lnSpc>
              <a:spcBef>
                <a:spcPts val="0"/>
              </a:spcBef>
              <a:spcAft>
                <a:spcPts val="0"/>
              </a:spcAft>
              <a:buClr>
                <a:srgbClr val="000000"/>
              </a:buClr>
              <a:buSzPts val="3200"/>
              <a:buFont typeface="IBM Plex Sans Condensed"/>
              <a:buNone/>
              <a:defRPr sz="3200" b="1" i="0" u="none" strike="noStrike" cap="none">
                <a:solidFill>
                  <a:srgbClr val="000000"/>
                </a:solidFill>
                <a:latin typeface="IBM Plex Sans Condensed"/>
                <a:ea typeface="IBM Plex Sans Condensed"/>
                <a:cs typeface="IBM Plex Sans Condensed"/>
                <a:sym typeface="IBM Plex Sans Condensed"/>
              </a:defRPr>
            </a:lvl2pPr>
            <a:lvl3pPr marR="0" lvl="2" algn="l" rtl="0">
              <a:lnSpc>
                <a:spcPct val="100000"/>
              </a:lnSpc>
              <a:spcBef>
                <a:spcPts val="0"/>
              </a:spcBef>
              <a:spcAft>
                <a:spcPts val="0"/>
              </a:spcAft>
              <a:buClr>
                <a:srgbClr val="000000"/>
              </a:buClr>
              <a:buSzPts val="3200"/>
              <a:buFont typeface="IBM Plex Sans Condensed"/>
              <a:buNone/>
              <a:defRPr sz="3200" b="1" i="0" u="none" strike="noStrike" cap="none">
                <a:solidFill>
                  <a:srgbClr val="000000"/>
                </a:solidFill>
                <a:latin typeface="IBM Plex Sans Condensed"/>
                <a:ea typeface="IBM Plex Sans Condensed"/>
                <a:cs typeface="IBM Plex Sans Condensed"/>
                <a:sym typeface="IBM Plex Sans Condensed"/>
              </a:defRPr>
            </a:lvl3pPr>
            <a:lvl4pPr marR="0" lvl="3" algn="l" rtl="0">
              <a:lnSpc>
                <a:spcPct val="100000"/>
              </a:lnSpc>
              <a:spcBef>
                <a:spcPts val="0"/>
              </a:spcBef>
              <a:spcAft>
                <a:spcPts val="0"/>
              </a:spcAft>
              <a:buClr>
                <a:srgbClr val="000000"/>
              </a:buClr>
              <a:buSzPts val="3200"/>
              <a:buFont typeface="IBM Plex Sans Condensed"/>
              <a:buNone/>
              <a:defRPr sz="3200" b="1" i="0" u="none" strike="noStrike" cap="none">
                <a:solidFill>
                  <a:srgbClr val="000000"/>
                </a:solidFill>
                <a:latin typeface="IBM Plex Sans Condensed"/>
                <a:ea typeface="IBM Plex Sans Condensed"/>
                <a:cs typeface="IBM Plex Sans Condensed"/>
                <a:sym typeface="IBM Plex Sans Condensed"/>
              </a:defRPr>
            </a:lvl4pPr>
            <a:lvl5pPr marR="0" lvl="4" algn="l" rtl="0">
              <a:lnSpc>
                <a:spcPct val="100000"/>
              </a:lnSpc>
              <a:spcBef>
                <a:spcPts val="0"/>
              </a:spcBef>
              <a:spcAft>
                <a:spcPts val="0"/>
              </a:spcAft>
              <a:buClr>
                <a:srgbClr val="000000"/>
              </a:buClr>
              <a:buSzPts val="3200"/>
              <a:buFont typeface="IBM Plex Sans Condensed"/>
              <a:buNone/>
              <a:defRPr sz="3200" b="1" i="0" u="none" strike="noStrike" cap="none">
                <a:solidFill>
                  <a:srgbClr val="000000"/>
                </a:solidFill>
                <a:latin typeface="IBM Plex Sans Condensed"/>
                <a:ea typeface="IBM Plex Sans Condensed"/>
                <a:cs typeface="IBM Plex Sans Condensed"/>
                <a:sym typeface="IBM Plex Sans Condensed"/>
              </a:defRPr>
            </a:lvl5pPr>
            <a:lvl6pPr marR="0" lvl="5" algn="l" rtl="0">
              <a:lnSpc>
                <a:spcPct val="100000"/>
              </a:lnSpc>
              <a:spcBef>
                <a:spcPts val="0"/>
              </a:spcBef>
              <a:spcAft>
                <a:spcPts val="0"/>
              </a:spcAft>
              <a:buClr>
                <a:srgbClr val="000000"/>
              </a:buClr>
              <a:buSzPts val="3200"/>
              <a:buFont typeface="IBM Plex Sans Condensed"/>
              <a:buNone/>
              <a:defRPr sz="3200" b="1" i="0" u="none" strike="noStrike" cap="none">
                <a:solidFill>
                  <a:srgbClr val="000000"/>
                </a:solidFill>
                <a:latin typeface="IBM Plex Sans Condensed"/>
                <a:ea typeface="IBM Plex Sans Condensed"/>
                <a:cs typeface="IBM Plex Sans Condensed"/>
                <a:sym typeface="IBM Plex Sans Condensed"/>
              </a:defRPr>
            </a:lvl6pPr>
            <a:lvl7pPr marR="0" lvl="6" algn="l" rtl="0">
              <a:lnSpc>
                <a:spcPct val="100000"/>
              </a:lnSpc>
              <a:spcBef>
                <a:spcPts val="0"/>
              </a:spcBef>
              <a:spcAft>
                <a:spcPts val="0"/>
              </a:spcAft>
              <a:buClr>
                <a:srgbClr val="000000"/>
              </a:buClr>
              <a:buSzPts val="3200"/>
              <a:buFont typeface="IBM Plex Sans Condensed"/>
              <a:buNone/>
              <a:defRPr sz="3200" b="1" i="0" u="none" strike="noStrike" cap="none">
                <a:solidFill>
                  <a:srgbClr val="000000"/>
                </a:solidFill>
                <a:latin typeface="IBM Plex Sans Condensed"/>
                <a:ea typeface="IBM Plex Sans Condensed"/>
                <a:cs typeface="IBM Plex Sans Condensed"/>
                <a:sym typeface="IBM Plex Sans Condensed"/>
              </a:defRPr>
            </a:lvl7pPr>
            <a:lvl8pPr marR="0" lvl="7" algn="l" rtl="0">
              <a:lnSpc>
                <a:spcPct val="100000"/>
              </a:lnSpc>
              <a:spcBef>
                <a:spcPts val="0"/>
              </a:spcBef>
              <a:spcAft>
                <a:spcPts val="0"/>
              </a:spcAft>
              <a:buClr>
                <a:srgbClr val="000000"/>
              </a:buClr>
              <a:buSzPts val="3200"/>
              <a:buFont typeface="IBM Plex Sans Condensed"/>
              <a:buNone/>
              <a:defRPr sz="3200" b="1" i="0" u="none" strike="noStrike" cap="none">
                <a:solidFill>
                  <a:srgbClr val="000000"/>
                </a:solidFill>
                <a:latin typeface="IBM Plex Sans Condensed"/>
                <a:ea typeface="IBM Plex Sans Condensed"/>
                <a:cs typeface="IBM Plex Sans Condensed"/>
                <a:sym typeface="IBM Plex Sans Condensed"/>
              </a:defRPr>
            </a:lvl8pPr>
            <a:lvl9pPr marR="0" lvl="8" algn="l" rtl="0">
              <a:lnSpc>
                <a:spcPct val="100000"/>
              </a:lnSpc>
              <a:spcBef>
                <a:spcPts val="0"/>
              </a:spcBef>
              <a:spcAft>
                <a:spcPts val="0"/>
              </a:spcAft>
              <a:buClr>
                <a:srgbClr val="000000"/>
              </a:buClr>
              <a:buSzPts val="3200"/>
              <a:buFont typeface="IBM Plex Sans Condensed"/>
              <a:buNone/>
              <a:defRPr sz="3200" b="1" i="0" u="none" strike="noStrike" cap="none">
                <a:solidFill>
                  <a:srgbClr val="000000"/>
                </a:solidFill>
                <a:latin typeface="IBM Plex Sans Condensed"/>
                <a:ea typeface="IBM Plex Sans Condensed"/>
                <a:cs typeface="IBM Plex Sans Condensed"/>
                <a:sym typeface="IBM Plex Sans Condensed"/>
              </a:defRPr>
            </a:lvl9pPr>
          </a:lstStyle>
          <a:p>
            <a:endParaRPr/>
          </a:p>
        </p:txBody>
      </p:sp>
      <p:sp>
        <p:nvSpPr>
          <p:cNvPr id="11" name="Google Shape;11;p49"/>
          <p:cNvSpPr txBox="1">
            <a:spLocks noGrp="1"/>
          </p:cNvSpPr>
          <p:nvPr>
            <p:ph type="body" idx="1"/>
          </p:nvPr>
        </p:nvSpPr>
        <p:spPr>
          <a:xfrm>
            <a:off x="415600" y="1356875"/>
            <a:ext cx="11360700" cy="4748400"/>
          </a:xfrm>
          <a:prstGeom prst="rect">
            <a:avLst/>
          </a:prstGeom>
          <a:noFill/>
          <a:ln>
            <a:noFill/>
          </a:ln>
        </p:spPr>
        <p:txBody>
          <a:bodyPr spcFirstLastPara="1" wrap="square" lIns="121900" tIns="121900" rIns="121900" bIns="121900" anchor="t" anchorCtr="0">
            <a:noAutofit/>
          </a:bodyPr>
          <a:lstStyle>
            <a:lvl1pPr marL="457200" marR="0" lvl="0" indent="-406400" algn="l" rtl="0">
              <a:lnSpc>
                <a:spcPct val="100000"/>
              </a:lnSpc>
              <a:spcBef>
                <a:spcPts val="0"/>
              </a:spcBef>
              <a:spcAft>
                <a:spcPts val="0"/>
              </a:spcAft>
              <a:buClr>
                <a:srgbClr val="000000"/>
              </a:buClr>
              <a:buSzPts val="2800"/>
              <a:buFont typeface="IBM Plex Sans Condensed"/>
              <a:buChar char="●"/>
              <a:defRPr sz="2800" b="0" i="0" u="none" strike="noStrike" cap="none">
                <a:solidFill>
                  <a:srgbClr val="000000"/>
                </a:solidFill>
                <a:latin typeface="IBM Plex Sans Condensed"/>
                <a:ea typeface="IBM Plex Sans Condensed"/>
                <a:cs typeface="IBM Plex Sans Condensed"/>
                <a:sym typeface="IBM Plex Sans Condensed"/>
              </a:defRPr>
            </a:lvl1pPr>
            <a:lvl2pPr marL="914400" marR="0" lvl="1" indent="-393700" algn="l" rtl="0">
              <a:lnSpc>
                <a:spcPct val="100000"/>
              </a:lnSpc>
              <a:spcBef>
                <a:spcPts val="800"/>
              </a:spcBef>
              <a:spcAft>
                <a:spcPts val="0"/>
              </a:spcAft>
              <a:buClr>
                <a:srgbClr val="000000"/>
              </a:buClr>
              <a:buSzPts val="2600"/>
              <a:buFont typeface="IBM Plex Sans Condensed"/>
              <a:buChar char="○"/>
              <a:defRPr sz="2600" b="0" i="0" u="none" strike="noStrike" cap="none">
                <a:solidFill>
                  <a:srgbClr val="000000"/>
                </a:solidFill>
                <a:latin typeface="IBM Plex Sans Condensed"/>
                <a:ea typeface="IBM Plex Sans Condensed"/>
                <a:cs typeface="IBM Plex Sans Condensed"/>
                <a:sym typeface="IBM Plex Sans Condensed"/>
              </a:defRPr>
            </a:lvl2pPr>
            <a:lvl3pPr marL="1371600" marR="0" lvl="2" indent="-381000" algn="l" rtl="0">
              <a:lnSpc>
                <a:spcPct val="100000"/>
              </a:lnSpc>
              <a:spcBef>
                <a:spcPts val="800"/>
              </a:spcBef>
              <a:spcAft>
                <a:spcPts val="0"/>
              </a:spcAft>
              <a:buClr>
                <a:srgbClr val="000000"/>
              </a:buClr>
              <a:buSzPts val="2400"/>
              <a:buFont typeface="Archivo Narrow"/>
              <a:buChar char="■"/>
              <a:defRPr sz="2400" b="0" i="0" u="none" strike="noStrike" cap="none">
                <a:solidFill>
                  <a:srgbClr val="000000"/>
                </a:solidFill>
                <a:latin typeface="Archivo Narrow"/>
                <a:ea typeface="Archivo Narrow"/>
                <a:cs typeface="Archivo Narrow"/>
                <a:sym typeface="Archivo Narrow"/>
              </a:defRPr>
            </a:lvl3pPr>
            <a:lvl4pPr marL="1828800" marR="0" lvl="3" indent="-381000" algn="l" rtl="0">
              <a:lnSpc>
                <a:spcPct val="100000"/>
              </a:lnSpc>
              <a:spcBef>
                <a:spcPts val="800"/>
              </a:spcBef>
              <a:spcAft>
                <a:spcPts val="0"/>
              </a:spcAft>
              <a:buClr>
                <a:srgbClr val="000000"/>
              </a:buClr>
              <a:buSzPts val="2400"/>
              <a:buFont typeface="Archivo Narrow"/>
              <a:buChar char="●"/>
              <a:defRPr sz="2400" b="0" i="0" u="none" strike="noStrike" cap="none">
                <a:solidFill>
                  <a:srgbClr val="000000"/>
                </a:solidFill>
                <a:latin typeface="Archivo Narrow"/>
                <a:ea typeface="Archivo Narrow"/>
                <a:cs typeface="Archivo Narrow"/>
                <a:sym typeface="Archivo Narrow"/>
              </a:defRPr>
            </a:lvl4pPr>
            <a:lvl5pPr marL="2286000" marR="0" lvl="4" indent="-381000" algn="l" rtl="0">
              <a:lnSpc>
                <a:spcPct val="100000"/>
              </a:lnSpc>
              <a:spcBef>
                <a:spcPts val="800"/>
              </a:spcBef>
              <a:spcAft>
                <a:spcPts val="0"/>
              </a:spcAft>
              <a:buClr>
                <a:srgbClr val="000000"/>
              </a:buClr>
              <a:buSzPts val="2400"/>
              <a:buFont typeface="Archivo Narrow"/>
              <a:buChar char="○"/>
              <a:defRPr sz="2400" b="0" i="0" u="none" strike="noStrike" cap="none">
                <a:solidFill>
                  <a:srgbClr val="000000"/>
                </a:solidFill>
                <a:latin typeface="Archivo Narrow"/>
                <a:ea typeface="Archivo Narrow"/>
                <a:cs typeface="Archivo Narrow"/>
                <a:sym typeface="Archivo Narrow"/>
              </a:defRPr>
            </a:lvl5pPr>
            <a:lvl6pPr marL="2743200" marR="0" lvl="5" indent="-381000" algn="l" rtl="0">
              <a:lnSpc>
                <a:spcPct val="100000"/>
              </a:lnSpc>
              <a:spcBef>
                <a:spcPts val="800"/>
              </a:spcBef>
              <a:spcAft>
                <a:spcPts val="0"/>
              </a:spcAft>
              <a:buClr>
                <a:srgbClr val="000000"/>
              </a:buClr>
              <a:buSzPts val="2400"/>
              <a:buFont typeface="Archivo Narrow"/>
              <a:buChar char="■"/>
              <a:defRPr sz="2400" b="0" i="0" u="none" strike="noStrike" cap="none">
                <a:solidFill>
                  <a:srgbClr val="000000"/>
                </a:solidFill>
                <a:latin typeface="Archivo Narrow"/>
                <a:ea typeface="Archivo Narrow"/>
                <a:cs typeface="Archivo Narrow"/>
                <a:sym typeface="Archivo Narrow"/>
              </a:defRPr>
            </a:lvl6pPr>
            <a:lvl7pPr marL="3200400" marR="0" lvl="6" indent="-381000" algn="l" rtl="0">
              <a:lnSpc>
                <a:spcPct val="100000"/>
              </a:lnSpc>
              <a:spcBef>
                <a:spcPts val="800"/>
              </a:spcBef>
              <a:spcAft>
                <a:spcPts val="0"/>
              </a:spcAft>
              <a:buClr>
                <a:srgbClr val="000000"/>
              </a:buClr>
              <a:buSzPts val="2400"/>
              <a:buFont typeface="Archivo Narrow"/>
              <a:buChar char="●"/>
              <a:defRPr sz="2400" b="0" i="0" u="none" strike="noStrike" cap="none">
                <a:solidFill>
                  <a:srgbClr val="000000"/>
                </a:solidFill>
                <a:latin typeface="Archivo Narrow"/>
                <a:ea typeface="Archivo Narrow"/>
                <a:cs typeface="Archivo Narrow"/>
                <a:sym typeface="Archivo Narrow"/>
              </a:defRPr>
            </a:lvl7pPr>
            <a:lvl8pPr marL="3657600" marR="0" lvl="7" indent="-381000" algn="l" rtl="0">
              <a:lnSpc>
                <a:spcPct val="100000"/>
              </a:lnSpc>
              <a:spcBef>
                <a:spcPts val="800"/>
              </a:spcBef>
              <a:spcAft>
                <a:spcPts val="0"/>
              </a:spcAft>
              <a:buClr>
                <a:srgbClr val="000000"/>
              </a:buClr>
              <a:buSzPts val="2400"/>
              <a:buFont typeface="Archivo Narrow"/>
              <a:buChar char="○"/>
              <a:defRPr sz="2400" b="0" i="0" u="none" strike="noStrike" cap="none">
                <a:solidFill>
                  <a:srgbClr val="000000"/>
                </a:solidFill>
                <a:latin typeface="Archivo Narrow"/>
                <a:ea typeface="Archivo Narrow"/>
                <a:cs typeface="Archivo Narrow"/>
                <a:sym typeface="Archivo Narrow"/>
              </a:defRPr>
            </a:lvl8pPr>
            <a:lvl9pPr marL="4114800" marR="0" lvl="8" indent="-381000" algn="l" rtl="0">
              <a:lnSpc>
                <a:spcPct val="100000"/>
              </a:lnSpc>
              <a:spcBef>
                <a:spcPts val="800"/>
              </a:spcBef>
              <a:spcAft>
                <a:spcPts val="800"/>
              </a:spcAft>
              <a:buClr>
                <a:srgbClr val="000000"/>
              </a:buClr>
              <a:buSzPts val="2400"/>
              <a:buFont typeface="Archivo Narrow"/>
              <a:buChar char="■"/>
              <a:defRPr sz="2400" b="0" i="0" u="none" strike="noStrike" cap="none">
                <a:solidFill>
                  <a:srgbClr val="000000"/>
                </a:solidFill>
                <a:latin typeface="Archivo Narrow"/>
                <a:ea typeface="Archivo Narrow"/>
                <a:cs typeface="Archivo Narrow"/>
                <a:sym typeface="Archivo Narrow"/>
              </a:defRPr>
            </a:lvl9pPr>
          </a:lstStyle>
          <a:p>
            <a:endParaRPr/>
          </a:p>
        </p:txBody>
      </p:sp>
      <p:sp>
        <p:nvSpPr>
          <p:cNvPr id="12" name="Google Shape;12;p49"/>
          <p:cNvSpPr/>
          <p:nvPr/>
        </p:nvSpPr>
        <p:spPr>
          <a:xfrm>
            <a:off x="0" y="-9719"/>
            <a:ext cx="12192000" cy="261900"/>
          </a:xfrm>
          <a:prstGeom prst="rect">
            <a:avLst/>
          </a:prstGeom>
          <a:solidFill>
            <a:srgbClr val="0C5394"/>
          </a:solidFill>
          <a:ln w="9525" cap="flat" cmpd="sng">
            <a:solidFill>
              <a:srgbClr val="0C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Condensed"/>
              <a:ea typeface="IBM Plex Sans Condensed"/>
              <a:cs typeface="IBM Plex Sans Condensed"/>
              <a:sym typeface="IBM Plex Sans Condensed"/>
            </a:endParaRPr>
          </a:p>
        </p:txBody>
      </p:sp>
      <p:sp>
        <p:nvSpPr>
          <p:cNvPr id="13" name="Google Shape;13;p49"/>
          <p:cNvSpPr/>
          <p:nvPr/>
        </p:nvSpPr>
        <p:spPr>
          <a:xfrm>
            <a:off x="0" y="6615550"/>
            <a:ext cx="12192000" cy="261900"/>
          </a:xfrm>
          <a:prstGeom prst="rect">
            <a:avLst/>
          </a:prstGeom>
          <a:solidFill>
            <a:srgbClr val="0C5394"/>
          </a:solidFill>
          <a:ln w="9525" cap="flat" cmpd="sng">
            <a:solidFill>
              <a:srgbClr val="0C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Condensed"/>
              <a:ea typeface="IBM Plex Sans Condensed"/>
              <a:cs typeface="IBM Plex Sans Condensed"/>
              <a:sym typeface="IBM Plex Sans Condensed"/>
            </a:endParaRPr>
          </a:p>
        </p:txBody>
      </p:sp>
      <p:sp>
        <p:nvSpPr>
          <p:cNvPr id="14" name="Google Shape;14;p49"/>
          <p:cNvSpPr/>
          <p:nvPr/>
        </p:nvSpPr>
        <p:spPr>
          <a:xfrm>
            <a:off x="-50" y="6387300"/>
            <a:ext cx="12192000" cy="353400"/>
          </a:xfrm>
          <a:prstGeom prst="roundRect">
            <a:avLst>
              <a:gd name="adj" fmla="val 16667"/>
            </a:avLst>
          </a:prstGeom>
          <a:solidFill>
            <a:srgbClr val="0C5394"/>
          </a:solidFill>
          <a:ln w="9525" cap="flat" cmpd="sng">
            <a:solidFill>
              <a:srgbClr val="0C539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IBM Plex Sans Condensed"/>
              <a:ea typeface="IBM Plex Sans Condensed"/>
              <a:cs typeface="IBM Plex Sans Condensed"/>
              <a:sym typeface="IBM Plex Sans Condensed"/>
            </a:endParaRPr>
          </a:p>
        </p:txBody>
      </p:sp>
      <p:sp>
        <p:nvSpPr>
          <p:cNvPr id="15" name="Google Shape;15;p49"/>
          <p:cNvSpPr txBox="1"/>
          <p:nvPr/>
        </p:nvSpPr>
        <p:spPr>
          <a:xfrm rot="-462626">
            <a:off x="8825194" y="6371291"/>
            <a:ext cx="1824597" cy="431106"/>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D2AE6C"/>
                </a:solidFill>
                <a:latin typeface="Yellowtail"/>
                <a:ea typeface="Yellowtail"/>
                <a:cs typeface="Yellowtail"/>
                <a:sym typeface="Yellowtail"/>
              </a:rPr>
              <a:t>Excellence &amp; Service</a:t>
            </a:r>
            <a:endParaRPr sz="1600" b="0" i="0" u="none" strike="noStrike" cap="none">
              <a:solidFill>
                <a:srgbClr val="D2AE6C"/>
              </a:solidFill>
              <a:latin typeface="Yellowtail"/>
              <a:ea typeface="Yellowtail"/>
              <a:cs typeface="Yellowtail"/>
              <a:sym typeface="Yellowtail"/>
            </a:endParaRPr>
          </a:p>
        </p:txBody>
      </p:sp>
      <p:sp>
        <p:nvSpPr>
          <p:cNvPr id="16" name="Google Shape;16;p49"/>
          <p:cNvSpPr txBox="1"/>
          <p:nvPr/>
        </p:nvSpPr>
        <p:spPr>
          <a:xfrm rot="1419">
            <a:off x="6067925" y="6448425"/>
            <a:ext cx="29064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400"/>
              <a:buFont typeface="Arial"/>
              <a:buNone/>
            </a:pPr>
            <a:r>
              <a:rPr lang="en-US" sz="1400" b="0" i="0" u="none" strike="noStrike" cap="none">
                <a:solidFill>
                  <a:srgbClr val="CCCCCC"/>
                </a:solidFill>
                <a:latin typeface="Archivo Narrow"/>
                <a:ea typeface="Archivo Narrow"/>
                <a:cs typeface="Archivo Narrow"/>
                <a:sym typeface="Archivo Narrow"/>
              </a:rPr>
              <a:t>CHRIST (Deemed to be University)</a:t>
            </a:r>
            <a:endParaRPr sz="1400" b="0" i="0" u="none" strike="noStrike" cap="none">
              <a:solidFill>
                <a:srgbClr val="CCCCCC"/>
              </a:solidFill>
              <a:latin typeface="Archivo Narrow"/>
              <a:ea typeface="Archivo Narrow"/>
              <a:cs typeface="Archivo Narrow"/>
              <a:sym typeface="Archivo Narrow"/>
            </a:endParaRPr>
          </a:p>
        </p:txBody>
      </p:sp>
      <p:sp>
        <p:nvSpPr>
          <p:cNvPr id="17" name="Google Shape;17;p49"/>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18" name="Google Shape;18;p49"/>
          <p:cNvPicPr preferRelativeResize="0"/>
          <p:nvPr/>
        </p:nvPicPr>
        <p:blipFill rotWithShape="1">
          <a:blip r:embed="rId10">
            <a:alphaModFix amt="2000"/>
          </a:blip>
          <a:srcRect/>
          <a:stretch/>
        </p:blipFill>
        <p:spPr>
          <a:xfrm>
            <a:off x="8405600" y="2427475"/>
            <a:ext cx="3338350" cy="33270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4"/>
        <p:cNvGrpSpPr/>
        <p:nvPr/>
      </p:nvGrpSpPr>
      <p:grpSpPr>
        <a:xfrm>
          <a:off x="0" y="0"/>
          <a:ext cx="0" cy="0"/>
          <a:chOff x="0" y="0"/>
          <a:chExt cx="0" cy="0"/>
        </a:xfrm>
      </p:grpSpPr>
      <p:sp>
        <p:nvSpPr>
          <p:cNvPr id="65" name="Google Shape;65;p53"/>
          <p:cNvSpPr txBox="1">
            <a:spLocks noGrp="1"/>
          </p:cNvSpPr>
          <p:nvPr>
            <p:ph type="title"/>
          </p:nvPr>
        </p:nvSpPr>
        <p:spPr>
          <a:xfrm>
            <a:off x="4277386" y="2058567"/>
            <a:ext cx="3637228" cy="692497"/>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4500" b="1" i="0" u="none" strike="noStrike" cap="none">
                <a:solidFill>
                  <a:srgbClr val="C55A1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66" name="Google Shape;66;p53"/>
          <p:cNvSpPr txBox="1">
            <a:spLocks noGrp="1"/>
          </p:cNvSpPr>
          <p:nvPr>
            <p:ph type="body" idx="1"/>
          </p:nvPr>
        </p:nvSpPr>
        <p:spPr>
          <a:xfrm>
            <a:off x="513011" y="2532363"/>
            <a:ext cx="11170179" cy="276999"/>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67" name="Google Shape;67;p53"/>
          <p:cNvSpPr txBox="1">
            <a:spLocks noGrp="1"/>
          </p:cNvSpPr>
          <p:nvPr>
            <p:ph type="ftr" idx="11"/>
          </p:nvPr>
        </p:nvSpPr>
        <p:spPr>
          <a:xfrm>
            <a:off x="4145280" y="6377940"/>
            <a:ext cx="3901440" cy="215444"/>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8" name="Google Shape;68;p53"/>
          <p:cNvSpPr txBox="1">
            <a:spLocks noGrp="1"/>
          </p:cNvSpPr>
          <p:nvPr>
            <p:ph type="dt" idx="10"/>
          </p:nvPr>
        </p:nvSpPr>
        <p:spPr>
          <a:xfrm>
            <a:off x="609600" y="6377940"/>
            <a:ext cx="2804160" cy="21544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69" name="Google Shape;69;p53"/>
          <p:cNvSpPr txBox="1">
            <a:spLocks noGrp="1"/>
          </p:cNvSpPr>
          <p:nvPr>
            <p:ph type="sldNum" idx="12"/>
          </p:nvPr>
        </p:nvSpPr>
        <p:spPr>
          <a:xfrm>
            <a:off x="8778240" y="6377940"/>
            <a:ext cx="2804160" cy="215444"/>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8"/>
        <p:cNvGrpSpPr/>
        <p:nvPr/>
      </p:nvGrpSpPr>
      <p:grpSpPr>
        <a:xfrm>
          <a:off x="0" y="0"/>
          <a:ext cx="0" cy="0"/>
          <a:chOff x="0" y="0"/>
          <a:chExt cx="0" cy="0"/>
        </a:xfrm>
      </p:grpSpPr>
      <p:sp>
        <p:nvSpPr>
          <p:cNvPr id="99" name="Google Shape;99;p56"/>
          <p:cNvSpPr txBox="1">
            <a:spLocks noGrp="1"/>
          </p:cNvSpPr>
          <p:nvPr>
            <p:ph type="title"/>
          </p:nvPr>
        </p:nvSpPr>
        <p:spPr>
          <a:xfrm>
            <a:off x="415600" y="593367"/>
            <a:ext cx="11360800" cy="7635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1pPr>
            <a:lvl2pPr marR="0" lvl="1"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2pPr>
            <a:lvl3pPr marR="0" lvl="2"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3pPr>
            <a:lvl4pPr marR="0" lvl="3"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4pPr>
            <a:lvl5pPr marR="0" lvl="4"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5pPr>
            <a:lvl6pPr marR="0" lvl="5"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6pPr>
            <a:lvl7pPr marR="0" lvl="6"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7pPr>
            <a:lvl8pPr marR="0" lvl="7"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8pPr>
            <a:lvl9pPr marR="0" lvl="8" algn="l" rtl="0">
              <a:lnSpc>
                <a:spcPct val="100000"/>
              </a:lnSpc>
              <a:spcBef>
                <a:spcPts val="0"/>
              </a:spcBef>
              <a:spcAft>
                <a:spcPts val="0"/>
              </a:spcAft>
              <a:buClr>
                <a:srgbClr val="000000"/>
              </a:buClr>
              <a:buSzPts val="2800"/>
              <a:buFont typeface="Archivo Narrow"/>
              <a:buNone/>
              <a:defRPr sz="2800" b="1" i="0" u="none" strike="noStrike" cap="none">
                <a:solidFill>
                  <a:srgbClr val="000000"/>
                </a:solidFill>
                <a:latin typeface="Archivo Narrow"/>
                <a:ea typeface="Archivo Narrow"/>
                <a:cs typeface="Archivo Narrow"/>
                <a:sym typeface="Archivo Narrow"/>
              </a:defRPr>
            </a:lvl9pPr>
          </a:lstStyle>
          <a:p>
            <a:endParaRPr/>
          </a:p>
        </p:txBody>
      </p:sp>
      <p:sp>
        <p:nvSpPr>
          <p:cNvPr id="100" name="Google Shape;100;p56"/>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marR="0" lvl="0" indent="-368300" algn="l" rtl="0">
              <a:lnSpc>
                <a:spcPct val="100000"/>
              </a:lnSpc>
              <a:spcBef>
                <a:spcPts val="0"/>
              </a:spcBef>
              <a:spcAft>
                <a:spcPts val="0"/>
              </a:spcAft>
              <a:buClr>
                <a:srgbClr val="000000"/>
              </a:buClr>
              <a:buSzPts val="2200"/>
              <a:buFont typeface="Archivo Narrow"/>
              <a:buChar char="●"/>
              <a:defRPr sz="2200" b="0" i="0" u="none" strike="noStrike" cap="none">
                <a:solidFill>
                  <a:srgbClr val="000000"/>
                </a:solidFill>
                <a:latin typeface="Archivo Narrow"/>
                <a:ea typeface="Archivo Narrow"/>
                <a:cs typeface="Archivo Narrow"/>
                <a:sym typeface="Archivo Narrow"/>
              </a:defRPr>
            </a:lvl1pPr>
            <a:lvl2pPr marL="914400" marR="0" lvl="1"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2pPr>
            <a:lvl3pPr marL="1371600" marR="0" lvl="2"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3pPr>
            <a:lvl4pPr marL="1828800" marR="0" lvl="3"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4pPr>
            <a:lvl5pPr marL="2286000" marR="0" lvl="4"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5pPr>
            <a:lvl6pPr marL="2743200" marR="0" lvl="5"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6pPr>
            <a:lvl7pPr marL="3200400" marR="0" lvl="6"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7pPr>
            <a:lvl8pPr marL="3657600" marR="0" lvl="7" indent="-342900" algn="l" rtl="0">
              <a:lnSpc>
                <a:spcPct val="100000"/>
              </a:lnSpc>
              <a:spcBef>
                <a:spcPts val="600"/>
              </a:spcBef>
              <a:spcAft>
                <a:spcPts val="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8pPr>
            <a:lvl9pPr marL="4114800" marR="0" lvl="8" indent="-342900" algn="l" rtl="0">
              <a:lnSpc>
                <a:spcPct val="100000"/>
              </a:lnSpc>
              <a:spcBef>
                <a:spcPts val="600"/>
              </a:spcBef>
              <a:spcAft>
                <a:spcPts val="600"/>
              </a:spcAft>
              <a:buClr>
                <a:srgbClr val="000000"/>
              </a:buClr>
              <a:buSzPts val="1800"/>
              <a:buFont typeface="Archivo Narrow"/>
              <a:buChar char="■"/>
              <a:defRPr sz="1800" b="0" i="0" u="none" strike="noStrike" cap="none">
                <a:solidFill>
                  <a:srgbClr val="000000"/>
                </a:solidFill>
                <a:latin typeface="Archivo Narrow"/>
                <a:ea typeface="Archivo Narrow"/>
                <a:cs typeface="Archivo Narrow"/>
                <a:sym typeface="Archivo Narrow"/>
              </a:defRPr>
            </a:lvl9pPr>
          </a:lstStyle>
          <a:p>
            <a:endParaRPr/>
          </a:p>
        </p:txBody>
      </p:sp>
      <p:sp>
        <p:nvSpPr>
          <p:cNvPr id="101" name="Google Shape;101;p56"/>
          <p:cNvSpPr txBox="1">
            <a:spLocks noGrp="1"/>
          </p:cNvSpPr>
          <p:nvPr>
            <p:ph type="sldNum" idx="12"/>
          </p:nvPr>
        </p:nvSpPr>
        <p:spPr>
          <a:xfrm>
            <a:off x="11296611" y="6217622"/>
            <a:ext cx="731600" cy="524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0.xml"/><Relationship Id="rId1" Type="http://schemas.openxmlformats.org/officeDocument/2006/relationships/slideLayout" Target="../slideLayouts/slideLayout10.xml"/><Relationship Id="rId4" Type="http://schemas.openxmlformats.org/officeDocument/2006/relationships/image" Target="../media/image10.jpg"/></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5.jpg"/></Relationships>
</file>

<file path=ppt/slides/_rels/slide1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4.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14.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14.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14.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3"/>
        <p:cNvGrpSpPr/>
        <p:nvPr/>
      </p:nvGrpSpPr>
      <p:grpSpPr>
        <a:xfrm>
          <a:off x="0" y="0"/>
          <a:ext cx="0" cy="0"/>
          <a:chOff x="0" y="0"/>
          <a:chExt cx="0" cy="0"/>
        </a:xfrm>
      </p:grpSpPr>
      <p:sp>
        <p:nvSpPr>
          <p:cNvPr id="204" name="Google Shape;204;p1"/>
          <p:cNvSpPr txBox="1"/>
          <p:nvPr/>
        </p:nvSpPr>
        <p:spPr>
          <a:xfrm>
            <a:off x="617550" y="2313225"/>
            <a:ext cx="5170800" cy="1277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rgbClr val="000000"/>
              </a:solidFill>
              <a:latin typeface="IBM Plex Sans Condensed"/>
              <a:ea typeface="IBM Plex Sans Condensed"/>
              <a:cs typeface="IBM Plex Sans Condensed"/>
              <a:sym typeface="IBM Plex Sans Condensed"/>
            </a:endParaRPr>
          </a:p>
        </p:txBody>
      </p:sp>
      <p:sp>
        <p:nvSpPr>
          <p:cNvPr id="205" name="Google Shape;205;p1"/>
          <p:cNvSpPr txBox="1">
            <a:spLocks noGrp="1"/>
          </p:cNvSpPr>
          <p:nvPr>
            <p:ph type="ctrTitle"/>
          </p:nvPr>
        </p:nvSpPr>
        <p:spPr>
          <a:xfrm>
            <a:off x="415600" y="1886797"/>
            <a:ext cx="11360700" cy="1842900"/>
          </a:xfrm>
          <a:prstGeom prst="rect">
            <a:avLst/>
          </a:prstGeom>
          <a:noFill/>
          <a:ln>
            <a:noFill/>
          </a:ln>
        </p:spPr>
        <p:txBody>
          <a:bodyPr spcFirstLastPara="1" wrap="square" lIns="121900" tIns="121900" rIns="121900" bIns="121900" anchor="b" anchorCtr="0">
            <a:noAutofit/>
          </a:bodyPr>
          <a:lstStyle/>
          <a:p>
            <a:pPr marL="0" lvl="0" indent="0" algn="ctr" rtl="0">
              <a:lnSpc>
                <a:spcPct val="100000"/>
              </a:lnSpc>
              <a:spcBef>
                <a:spcPts val="0"/>
              </a:spcBef>
              <a:spcAft>
                <a:spcPts val="0"/>
              </a:spcAft>
              <a:buSzPts val="4800"/>
              <a:buNone/>
            </a:pPr>
            <a:r>
              <a:rPr lang="en-US"/>
              <a:t>CSEAM531P Machine Learning</a:t>
            </a:r>
            <a:br>
              <a:rPr lang="en-US"/>
            </a:br>
            <a:r>
              <a:rPr lang="en-US"/>
              <a:t>LCA Course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
          <p:cNvSpPr txBox="1">
            <a:spLocks noGrp="1"/>
          </p:cNvSpPr>
          <p:nvPr>
            <p:ph type="body" idx="1"/>
          </p:nvPr>
        </p:nvSpPr>
        <p:spPr>
          <a:xfrm>
            <a:off x="329167" y="431515"/>
            <a:ext cx="11360700" cy="5856269"/>
          </a:xfrm>
          <a:prstGeom prst="rect">
            <a:avLst/>
          </a:prstGeom>
          <a:noFill/>
          <a:ln>
            <a:noFill/>
          </a:ln>
        </p:spPr>
        <p:txBody>
          <a:bodyPr spcFirstLastPara="1" wrap="square" lIns="121900" tIns="121900" rIns="121900" bIns="121900" anchor="t" anchorCtr="0">
            <a:noAutofit/>
          </a:bodyPr>
          <a:lstStyle/>
          <a:p>
            <a:pPr marL="50800" lvl="0" indent="0" algn="ctr" rtl="0">
              <a:lnSpc>
                <a:spcPct val="100000"/>
              </a:lnSpc>
              <a:spcBef>
                <a:spcPts val="0"/>
              </a:spcBef>
              <a:spcAft>
                <a:spcPts val="0"/>
              </a:spcAft>
              <a:buSzPts val="2800"/>
              <a:buNone/>
            </a:pPr>
            <a:r>
              <a:rPr lang="en-US" b="1"/>
              <a:t>Unit-1 Introduction to ML </a:t>
            </a:r>
            <a:endParaRPr/>
          </a:p>
          <a:p>
            <a:pPr marL="50800" lvl="0" indent="0" algn="just" rtl="0">
              <a:lnSpc>
                <a:spcPct val="100000"/>
              </a:lnSpc>
              <a:spcBef>
                <a:spcPts val="1200"/>
              </a:spcBef>
              <a:spcAft>
                <a:spcPts val="0"/>
              </a:spcAft>
              <a:buSzPts val="2800"/>
              <a:buNone/>
            </a:pPr>
            <a:r>
              <a:rPr lang="en-US" sz="2400">
                <a:latin typeface="Calibri"/>
                <a:ea typeface="Calibri"/>
                <a:cs typeface="Calibri"/>
                <a:sym typeface="Calibri"/>
              </a:rPr>
              <a:t>Machine Learning, Types of Machine Learning, ML Workflow, </a:t>
            </a:r>
            <a:r>
              <a:rPr lang="en-US" sz="2400" b="1">
                <a:latin typeface="Calibri"/>
                <a:ea typeface="Calibri"/>
                <a:cs typeface="Calibri"/>
                <a:sym typeface="Calibri"/>
              </a:rPr>
              <a:t>Key Concepts</a:t>
            </a:r>
            <a:r>
              <a:rPr lang="en-US" sz="2400">
                <a:latin typeface="Calibri"/>
                <a:ea typeface="Calibri"/>
                <a:cs typeface="Calibri"/>
                <a:sym typeface="Calibri"/>
              </a:rPr>
              <a:t>: - Bias-Variance trade-off, Overfitting and Under fitting, </a:t>
            </a:r>
            <a:r>
              <a:rPr lang="en-US" sz="2400" b="1">
                <a:latin typeface="Calibri"/>
                <a:ea typeface="Calibri"/>
                <a:cs typeface="Calibri"/>
                <a:sym typeface="Calibri"/>
              </a:rPr>
              <a:t>Dataset Types </a:t>
            </a:r>
            <a:r>
              <a:rPr lang="en-US" sz="2400">
                <a:latin typeface="Calibri"/>
                <a:ea typeface="Calibri"/>
                <a:cs typeface="Calibri"/>
                <a:sym typeface="Calibri"/>
              </a:rPr>
              <a:t>:-Structured vs. Unstructured Data, Imbalanced Data Handling- Oversampling, Under sampling, SMOTE , </a:t>
            </a:r>
            <a:r>
              <a:rPr lang="en-US" sz="2400" b="1">
                <a:latin typeface="Calibri"/>
                <a:ea typeface="Calibri"/>
                <a:cs typeface="Calibri"/>
                <a:sym typeface="Calibri"/>
              </a:rPr>
              <a:t>Data Pre-processing</a:t>
            </a:r>
            <a:r>
              <a:rPr lang="en-US" sz="2400">
                <a:latin typeface="Calibri"/>
                <a:ea typeface="Calibri"/>
                <a:cs typeface="Calibri"/>
                <a:sym typeface="Calibri"/>
              </a:rPr>
              <a:t>:- Handling Missing Data, Data Scaling - Normalization &amp; Standardization, Categorical Encoding- One-Hot, Label Encoding &amp; Target Encoding. Applications of Machine Learning.</a:t>
            </a:r>
            <a:endParaRPr/>
          </a:p>
          <a:p>
            <a:pPr marL="50800" lvl="0" indent="0" algn="l" rtl="0">
              <a:lnSpc>
                <a:spcPct val="100000"/>
              </a:lnSpc>
              <a:spcBef>
                <a:spcPts val="600"/>
              </a:spcBef>
              <a:spcAft>
                <a:spcPts val="0"/>
              </a:spcAft>
              <a:buSzPts val="2800"/>
              <a:buNone/>
            </a:pPr>
            <a:r>
              <a:rPr lang="en-US" sz="2400" b="1" u="sng">
                <a:latin typeface="Calibri"/>
                <a:ea typeface="Calibri"/>
                <a:cs typeface="Calibri"/>
                <a:sym typeface="Calibri"/>
              </a:rPr>
              <a:t>LAB</a:t>
            </a:r>
            <a:endParaRPr/>
          </a:p>
          <a:p>
            <a:pPr marL="50800" lvl="0" indent="0" algn="l" rtl="0">
              <a:lnSpc>
                <a:spcPct val="100000"/>
              </a:lnSpc>
              <a:spcBef>
                <a:spcPts val="0"/>
              </a:spcBef>
              <a:spcAft>
                <a:spcPts val="0"/>
              </a:spcAft>
              <a:buSzPts val="2800"/>
              <a:buNone/>
            </a:pPr>
            <a:r>
              <a:rPr lang="en-US" sz="2400" b="1">
                <a:latin typeface="Calibri"/>
                <a:ea typeface="Calibri"/>
                <a:cs typeface="Calibri"/>
                <a:sym typeface="Calibri"/>
              </a:rPr>
              <a:t>Experiment 1</a:t>
            </a:r>
            <a:r>
              <a:rPr lang="en-US" sz="2400">
                <a:latin typeface="Calibri"/>
                <a:ea typeface="Calibri"/>
                <a:cs typeface="Calibri"/>
                <a:sym typeface="Calibri"/>
              </a:rPr>
              <a:t>: Program to balance an imbalanced dataset using the SMOTE technique. Load a sample dataset, check class distribution, apply SMOTE, and verify the new distribution.</a:t>
            </a:r>
            <a:endParaRPr/>
          </a:p>
          <a:p>
            <a:pPr marL="50800" lvl="0" indent="0" algn="l" rtl="0">
              <a:lnSpc>
                <a:spcPct val="100000"/>
              </a:lnSpc>
              <a:spcBef>
                <a:spcPts val="0"/>
              </a:spcBef>
              <a:spcAft>
                <a:spcPts val="0"/>
              </a:spcAft>
              <a:buSzPts val="2800"/>
              <a:buNone/>
            </a:pPr>
            <a:r>
              <a:rPr lang="en-US" sz="2400" b="1">
                <a:latin typeface="Calibri"/>
                <a:ea typeface="Calibri"/>
                <a:cs typeface="Calibri"/>
                <a:sym typeface="Calibri"/>
              </a:rPr>
              <a:t>Experiment 2</a:t>
            </a:r>
            <a:r>
              <a:rPr lang="en-US" sz="2400">
                <a:latin typeface="Calibri"/>
                <a:ea typeface="Calibri"/>
                <a:cs typeface="Calibri"/>
                <a:sym typeface="Calibri"/>
              </a:rPr>
              <a:t>: Program to handle missing data using mean imputation and encode categorical columns using one-hot encoding.</a:t>
            </a:r>
            <a:endParaRPr/>
          </a:p>
          <a:p>
            <a:pPr marL="50800" lvl="0" indent="0" algn="ctr" rtl="0">
              <a:lnSpc>
                <a:spcPct val="100000"/>
              </a:lnSpc>
              <a:spcBef>
                <a:spcPts val="0"/>
              </a:spcBef>
              <a:spcAft>
                <a:spcPts val="0"/>
              </a:spcAft>
              <a:buSzPts val="2800"/>
              <a:buNone/>
            </a:pPr>
            <a:endParaRPr/>
          </a:p>
        </p:txBody>
      </p:sp>
      <p:sp>
        <p:nvSpPr>
          <p:cNvPr id="211" name="Google Shape;211;p2"/>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3"/>
          <p:cNvSpPr txBox="1">
            <a:spLocks noGrp="1"/>
          </p:cNvSpPr>
          <p:nvPr>
            <p:ph type="body" idx="1"/>
          </p:nvPr>
        </p:nvSpPr>
        <p:spPr>
          <a:xfrm>
            <a:off x="401086" y="2069367"/>
            <a:ext cx="11360700" cy="1734300"/>
          </a:xfrm>
          <a:prstGeom prst="rect">
            <a:avLst/>
          </a:prstGeom>
          <a:noFill/>
          <a:ln>
            <a:noFill/>
          </a:ln>
        </p:spPr>
        <p:txBody>
          <a:bodyPr spcFirstLastPara="1" wrap="square" lIns="121900" tIns="121900" rIns="121900" bIns="121900" anchor="t" anchorCtr="0">
            <a:noAutofit/>
          </a:bodyPr>
          <a:lstStyle/>
          <a:p>
            <a:pPr marL="50800" lvl="0" indent="0" algn="ctr" rtl="0">
              <a:lnSpc>
                <a:spcPct val="100000"/>
              </a:lnSpc>
              <a:spcBef>
                <a:spcPts val="0"/>
              </a:spcBef>
              <a:spcAft>
                <a:spcPts val="0"/>
              </a:spcAft>
              <a:buSzPts val="2800"/>
              <a:buNone/>
            </a:pPr>
            <a:r>
              <a:rPr lang="en-US"/>
              <a:t>Machine Learning, Types of Machine Learning, ML Workflow, </a:t>
            </a:r>
            <a:r>
              <a:rPr lang="en-US" b="1"/>
              <a:t>Key Concepts: -</a:t>
            </a:r>
            <a:r>
              <a:rPr lang="en-US"/>
              <a:t> Bias-Variance trade-off, Overfitting and Under fitting, </a:t>
            </a:r>
            <a:endParaRPr/>
          </a:p>
        </p:txBody>
      </p:sp>
      <p:sp>
        <p:nvSpPr>
          <p:cNvPr id="217" name="Google Shape;217;p3"/>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4"/>
          <p:cNvSpPr txBox="1">
            <a:spLocks noGrp="1"/>
          </p:cNvSpPr>
          <p:nvPr>
            <p:ph type="title"/>
          </p:nvPr>
        </p:nvSpPr>
        <p:spPr>
          <a:xfrm>
            <a:off x="225550" y="156158"/>
            <a:ext cx="11360700" cy="472695"/>
          </a:xfrm>
          <a:prstGeom prst="rect">
            <a:avLst/>
          </a:prstGeom>
          <a:noFill/>
          <a:ln>
            <a:noFill/>
          </a:ln>
        </p:spPr>
        <p:txBody>
          <a:bodyPr spcFirstLastPara="1" wrap="square" lIns="121900" tIns="121900" rIns="121900" bIns="121900" anchor="t" anchorCtr="0">
            <a:noAutofit/>
          </a:bodyPr>
          <a:lstStyle/>
          <a:p>
            <a:pPr marL="36195" marR="0" lvl="0" indent="0" algn="l" rtl="0">
              <a:lnSpc>
                <a:spcPct val="100000"/>
              </a:lnSpc>
              <a:spcBef>
                <a:spcPts val="75"/>
              </a:spcBef>
              <a:spcAft>
                <a:spcPts val="0"/>
              </a:spcAft>
              <a:buSzPts val="3200"/>
              <a:buNone/>
            </a:pPr>
            <a:r>
              <a:rPr lang="en-US" b="1" i="0" u="none" strike="noStrike" cap="none">
                <a:solidFill>
                  <a:srgbClr val="C55A11"/>
                </a:solidFill>
                <a:latin typeface="Calibri"/>
                <a:ea typeface="Calibri"/>
                <a:cs typeface="Calibri"/>
                <a:sym typeface="Calibri"/>
              </a:rPr>
              <a:t>What is Artificial Intelligence(AI)?</a:t>
            </a:r>
            <a:br>
              <a:rPr lang="en-US" b="0" i="0" u="none" strike="noStrike" cap="none">
                <a:solidFill>
                  <a:srgbClr val="000000"/>
                </a:solidFill>
                <a:latin typeface="Calibri"/>
                <a:ea typeface="Calibri"/>
                <a:cs typeface="Calibri"/>
                <a:sym typeface="Calibri"/>
              </a:rPr>
            </a:br>
            <a:endParaRPr/>
          </a:p>
        </p:txBody>
      </p:sp>
      <p:sp>
        <p:nvSpPr>
          <p:cNvPr id="223" name="Google Shape;223;p4"/>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a:t>
            </a:fld>
            <a:endParaRPr/>
          </a:p>
        </p:txBody>
      </p:sp>
      <p:sp>
        <p:nvSpPr>
          <p:cNvPr id="224" name="Google Shape;224;p4"/>
          <p:cNvSpPr txBox="1"/>
          <p:nvPr/>
        </p:nvSpPr>
        <p:spPr>
          <a:xfrm>
            <a:off x="462507" y="834471"/>
            <a:ext cx="6246518" cy="5010987"/>
          </a:xfrm>
          <a:prstGeom prst="rect">
            <a:avLst/>
          </a:prstGeom>
          <a:noFill/>
          <a:ln>
            <a:noFill/>
          </a:ln>
        </p:spPr>
        <p:txBody>
          <a:bodyPr spcFirstLastPara="1" wrap="square" lIns="0" tIns="9525" rIns="0" bIns="0" anchor="t" anchorCtr="0">
            <a:spAutoFit/>
          </a:bodyPr>
          <a:lstStyle/>
          <a:p>
            <a:pPr marL="9525" marR="3810" lvl="0" indent="0" algn="just" rtl="0">
              <a:lnSpc>
                <a:spcPct val="100000"/>
              </a:lnSpc>
              <a:spcBef>
                <a:spcPts val="0"/>
              </a:spcBef>
              <a:spcAft>
                <a:spcPts val="0"/>
              </a:spcAft>
              <a:buClr>
                <a:srgbClr val="000000"/>
              </a:buClr>
              <a:buSzPts val="2500"/>
              <a:buFont typeface="Arial"/>
              <a:buNone/>
            </a:pPr>
            <a:r>
              <a:rPr lang="en-US" sz="2500" b="1" i="0" u="none" strike="noStrike" cap="none">
                <a:solidFill>
                  <a:srgbClr val="0070C0"/>
                </a:solidFill>
                <a:latin typeface="Calibri"/>
                <a:ea typeface="Calibri"/>
                <a:cs typeface="Calibri"/>
                <a:sym typeface="Calibri"/>
              </a:rPr>
              <a:t>Artificial intelligence (AI) </a:t>
            </a:r>
            <a:r>
              <a:rPr lang="en-US" sz="2500" b="0" i="0" u="none" strike="noStrike" cap="none">
                <a:solidFill>
                  <a:srgbClr val="000000"/>
                </a:solidFill>
                <a:latin typeface="Calibri"/>
                <a:ea typeface="Calibri"/>
                <a:cs typeface="Calibri"/>
                <a:sym typeface="Calibri"/>
              </a:rPr>
              <a:t>is a wide-ranging branch  of computer science concerned with building  smart machines capable of performing tasks that  typically require human intelligence.</a:t>
            </a:r>
            <a:endParaRPr sz="25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500"/>
              <a:buFont typeface="Arial"/>
              <a:buNone/>
            </a:pPr>
            <a:endParaRPr sz="2500" b="0" i="0" u="none" strike="noStrike" cap="none">
              <a:solidFill>
                <a:srgbClr val="000000"/>
              </a:solidFill>
              <a:latin typeface="Calibri"/>
              <a:ea typeface="Calibri"/>
              <a:cs typeface="Calibri"/>
              <a:sym typeface="Calibri"/>
            </a:endParaRPr>
          </a:p>
          <a:p>
            <a:pPr marL="9525" marR="11906" lvl="0" indent="0" algn="just" rtl="0">
              <a:lnSpc>
                <a:spcPct val="100000"/>
              </a:lnSpc>
              <a:spcBef>
                <a:spcPts val="0"/>
              </a:spcBef>
              <a:spcAft>
                <a:spcPts val="0"/>
              </a:spcAft>
              <a:buClr>
                <a:srgbClr val="000000"/>
              </a:buClr>
              <a:buSzPts val="2500"/>
              <a:buFont typeface="Arial"/>
              <a:buNone/>
            </a:pPr>
            <a:r>
              <a:rPr lang="en-US" sz="2500" b="0" i="0" u="none" strike="noStrike" cap="none">
                <a:solidFill>
                  <a:srgbClr val="000000"/>
                </a:solidFill>
                <a:latin typeface="Calibri"/>
                <a:ea typeface="Calibri"/>
                <a:cs typeface="Calibri"/>
                <a:sym typeface="Calibri"/>
              </a:rPr>
              <a:t>Artificial intelligence is </a:t>
            </a:r>
            <a:r>
              <a:rPr lang="en-US" sz="2500" b="1" i="0" u="none" strike="noStrike" cap="none">
                <a:solidFill>
                  <a:srgbClr val="000000"/>
                </a:solidFill>
                <a:latin typeface="Calibri"/>
                <a:ea typeface="Calibri"/>
                <a:cs typeface="Calibri"/>
                <a:sym typeface="Calibri"/>
              </a:rPr>
              <a:t>the simulation of human  intelligence processes by machines, especially  computer systems</a:t>
            </a:r>
            <a:r>
              <a:rPr lang="en-US" sz="2500" b="0" i="0" u="none" strike="noStrike" cap="none">
                <a:solidFill>
                  <a:srgbClr val="000000"/>
                </a:solidFill>
                <a:latin typeface="Calibri"/>
                <a:ea typeface="Calibri"/>
                <a:cs typeface="Calibri"/>
                <a:sym typeface="Calibri"/>
              </a:rPr>
              <a:t>.</a:t>
            </a:r>
            <a:endParaRPr sz="2500" b="0" i="0" u="none" strike="noStrike" cap="none">
              <a:solidFill>
                <a:srgbClr val="000000"/>
              </a:solidFill>
              <a:latin typeface="Calibri"/>
              <a:ea typeface="Calibri"/>
              <a:cs typeface="Calibri"/>
              <a:sym typeface="Calibri"/>
            </a:endParaRPr>
          </a:p>
          <a:p>
            <a:pPr marL="0" marR="0" lvl="0" indent="0" algn="l" rtl="0">
              <a:lnSpc>
                <a:spcPct val="100000"/>
              </a:lnSpc>
              <a:spcBef>
                <a:spcPts val="4"/>
              </a:spcBef>
              <a:spcAft>
                <a:spcPts val="0"/>
              </a:spcAft>
              <a:buClr>
                <a:srgbClr val="000000"/>
              </a:buClr>
              <a:buSzPts val="2500"/>
              <a:buFont typeface="Arial"/>
              <a:buNone/>
            </a:pPr>
            <a:endParaRPr sz="2500" b="0" i="0" u="none" strike="noStrike" cap="none">
              <a:solidFill>
                <a:srgbClr val="000000"/>
              </a:solidFill>
              <a:latin typeface="Calibri"/>
              <a:ea typeface="Calibri"/>
              <a:cs typeface="Calibri"/>
              <a:sym typeface="Calibri"/>
            </a:endParaRPr>
          </a:p>
          <a:p>
            <a:pPr marL="9525" marR="5715" lvl="0" indent="0" algn="just" rtl="0">
              <a:lnSpc>
                <a:spcPct val="100000"/>
              </a:lnSpc>
              <a:spcBef>
                <a:spcPts val="0"/>
              </a:spcBef>
              <a:spcAft>
                <a:spcPts val="0"/>
              </a:spcAft>
              <a:buClr>
                <a:srgbClr val="000000"/>
              </a:buClr>
              <a:buSzPts val="2500"/>
              <a:buFont typeface="Arial"/>
              <a:buNone/>
            </a:pPr>
            <a:r>
              <a:rPr lang="en-US" sz="2500" b="0" i="0" u="none" strike="noStrike" cap="none">
                <a:solidFill>
                  <a:srgbClr val="000000"/>
                </a:solidFill>
                <a:latin typeface="Calibri"/>
                <a:ea typeface="Calibri"/>
                <a:cs typeface="Calibri"/>
                <a:sym typeface="Calibri"/>
              </a:rPr>
              <a:t>Artificial	intelligence leverages </a:t>
            </a:r>
            <a:r>
              <a:rPr lang="en-US" sz="2500" b="1" i="0" u="none" strike="noStrike" cap="none">
                <a:solidFill>
                  <a:srgbClr val="000000"/>
                </a:solidFill>
                <a:latin typeface="Calibri"/>
                <a:ea typeface="Calibri"/>
                <a:cs typeface="Calibri"/>
                <a:sym typeface="Calibri"/>
              </a:rPr>
              <a:t>computers and  machines to mimic the  problem-solving and  decision-making </a:t>
            </a:r>
            <a:r>
              <a:rPr lang="en-US" sz="2500" b="0" i="0" u="none" strike="noStrike" cap="none">
                <a:solidFill>
                  <a:srgbClr val="000000"/>
                </a:solidFill>
                <a:latin typeface="Calibri"/>
                <a:ea typeface="Calibri"/>
                <a:cs typeface="Calibri"/>
                <a:sym typeface="Calibri"/>
              </a:rPr>
              <a:t>capabilities of the human mind.</a:t>
            </a:r>
            <a:endParaRPr sz="2500" b="0" i="0" u="none" strike="noStrike" cap="none">
              <a:solidFill>
                <a:srgbClr val="000000"/>
              </a:solidFill>
              <a:latin typeface="Calibri"/>
              <a:ea typeface="Calibri"/>
              <a:cs typeface="Calibri"/>
              <a:sym typeface="Calibri"/>
            </a:endParaRPr>
          </a:p>
        </p:txBody>
      </p:sp>
      <p:pic>
        <p:nvPicPr>
          <p:cNvPr id="225" name="Google Shape;225;p4"/>
          <p:cNvPicPr preferRelativeResize="0"/>
          <p:nvPr/>
        </p:nvPicPr>
        <p:blipFill rotWithShape="1">
          <a:blip r:embed="rId3">
            <a:alphaModFix/>
          </a:blip>
          <a:srcRect/>
          <a:stretch/>
        </p:blipFill>
        <p:spPr>
          <a:xfrm>
            <a:off x="7480971" y="628853"/>
            <a:ext cx="4342235" cy="501098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g3eb49f747ae_0_0"/>
          <p:cNvSpPr txBox="1">
            <a:spLocks noGrp="1"/>
          </p:cNvSpPr>
          <p:nvPr>
            <p:ph type="title"/>
          </p:nvPr>
        </p:nvSpPr>
        <p:spPr>
          <a:xfrm>
            <a:off x="415600" y="491767"/>
            <a:ext cx="11360700" cy="763500"/>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Clr>
                <a:srgbClr val="000000"/>
              </a:buClr>
              <a:buSzPts val="3200"/>
              <a:buFont typeface="IBM Plex Sans Condensed"/>
              <a:buNone/>
            </a:pPr>
            <a:r>
              <a:rPr lang="en-US" sz="3100">
                <a:solidFill>
                  <a:srgbClr val="C55A11"/>
                </a:solidFill>
                <a:latin typeface="Calibri"/>
                <a:ea typeface="Calibri"/>
                <a:cs typeface="Calibri"/>
                <a:sym typeface="Calibri"/>
              </a:rPr>
              <a:t>Machine Learning</a:t>
            </a:r>
            <a:endParaRPr sz="3100">
              <a:latin typeface="Arial"/>
              <a:ea typeface="Arial"/>
              <a:cs typeface="Arial"/>
              <a:sym typeface="Arial"/>
            </a:endParaRPr>
          </a:p>
          <a:p>
            <a:pPr marL="0" lvl="0" indent="0" algn="l" rtl="0">
              <a:lnSpc>
                <a:spcPct val="100000"/>
              </a:lnSpc>
              <a:spcBef>
                <a:spcPts val="0"/>
              </a:spcBef>
              <a:spcAft>
                <a:spcPts val="0"/>
              </a:spcAft>
              <a:buSzPts val="3200"/>
              <a:buNone/>
            </a:pPr>
            <a:endParaRPr/>
          </a:p>
        </p:txBody>
      </p:sp>
      <p:sp>
        <p:nvSpPr>
          <p:cNvPr id="232" name="Google Shape;232;g3eb49f747ae_0_0"/>
          <p:cNvSpPr txBox="1">
            <a:spLocks noGrp="1"/>
          </p:cNvSpPr>
          <p:nvPr>
            <p:ph type="body" idx="1"/>
          </p:nvPr>
        </p:nvSpPr>
        <p:spPr>
          <a:xfrm>
            <a:off x="415600" y="1419388"/>
            <a:ext cx="11360700" cy="4672200"/>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SzPts val="2800"/>
              <a:buNone/>
            </a:pPr>
            <a:endParaRPr/>
          </a:p>
        </p:txBody>
      </p:sp>
      <p:sp>
        <p:nvSpPr>
          <p:cNvPr id="233" name="Google Shape;233;g3eb49f747ae_0_0"/>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pic>
        <p:nvPicPr>
          <p:cNvPr id="234" name="Google Shape;234;g3eb49f747ae_0_0"/>
          <p:cNvPicPr preferRelativeResize="0"/>
          <p:nvPr/>
        </p:nvPicPr>
        <p:blipFill rotWithShape="1">
          <a:blip r:embed="rId3">
            <a:alphaModFix/>
          </a:blip>
          <a:srcRect/>
          <a:stretch/>
        </p:blipFill>
        <p:spPr>
          <a:xfrm>
            <a:off x="415650" y="1255275"/>
            <a:ext cx="11360701" cy="4672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5"/>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a:t>
            </a:fld>
            <a:endParaRPr/>
          </a:p>
        </p:txBody>
      </p:sp>
      <p:sp>
        <p:nvSpPr>
          <p:cNvPr id="241" name="Google Shape;241;p5"/>
          <p:cNvSpPr txBox="1">
            <a:spLocks noGrp="1"/>
          </p:cNvSpPr>
          <p:nvPr>
            <p:ph type="title"/>
          </p:nvPr>
        </p:nvSpPr>
        <p:spPr>
          <a:xfrm>
            <a:off x="127924" y="201340"/>
            <a:ext cx="11360700" cy="545391"/>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SzPts val="3200"/>
              <a:buFont typeface="IBM Plex Sans Condensed"/>
              <a:buNone/>
            </a:pPr>
            <a:r>
              <a:rPr lang="en-US">
                <a:solidFill>
                  <a:srgbClr val="C55A11"/>
                </a:solidFill>
                <a:latin typeface="Calibri"/>
                <a:ea typeface="Calibri"/>
                <a:cs typeface="Calibri"/>
                <a:sym typeface="Calibri"/>
              </a:rPr>
              <a:t>Machine Learning</a:t>
            </a:r>
            <a:endParaRPr/>
          </a:p>
        </p:txBody>
      </p:sp>
      <p:sp>
        <p:nvSpPr>
          <p:cNvPr id="242" name="Google Shape;242;p5"/>
          <p:cNvSpPr txBox="1"/>
          <p:nvPr/>
        </p:nvSpPr>
        <p:spPr>
          <a:xfrm>
            <a:off x="257475" y="1356122"/>
            <a:ext cx="6837900" cy="4812000"/>
          </a:xfrm>
          <a:prstGeom prst="rect">
            <a:avLst/>
          </a:prstGeom>
          <a:noFill/>
          <a:ln>
            <a:noFill/>
          </a:ln>
        </p:spPr>
        <p:txBody>
          <a:bodyPr spcFirstLastPara="1" wrap="square" lIns="0" tIns="9525" rIns="0" bIns="0" anchor="t" anchorCtr="0">
            <a:spAutoFit/>
          </a:bodyPr>
          <a:lstStyle/>
          <a:p>
            <a:pPr marL="352425" marR="3810" lvl="0" indent="-304800" algn="just" rtl="0">
              <a:lnSpc>
                <a:spcPct val="100000"/>
              </a:lnSpc>
              <a:spcBef>
                <a:spcPts val="0"/>
              </a:spcBef>
              <a:spcAft>
                <a:spcPts val="0"/>
              </a:spcAft>
              <a:buClr>
                <a:srgbClr val="7030A0"/>
              </a:buClr>
              <a:buSzPts val="2400"/>
              <a:buFont typeface="Arial"/>
              <a:buChar char="•"/>
            </a:pPr>
            <a:r>
              <a:rPr lang="en-US" sz="2400" b="1" i="0" u="none" strike="noStrike" cap="none">
                <a:solidFill>
                  <a:srgbClr val="7030A0"/>
                </a:solidFill>
                <a:latin typeface="Calibri"/>
                <a:ea typeface="Calibri"/>
                <a:cs typeface="Calibri"/>
                <a:sym typeface="Calibri"/>
              </a:rPr>
              <a:t>Machine Learning </a:t>
            </a:r>
            <a:r>
              <a:rPr lang="en-US" sz="2400" b="0" i="0" u="none" strike="noStrike" cap="none">
                <a:solidFill>
                  <a:srgbClr val="000000"/>
                </a:solidFill>
                <a:latin typeface="Calibri"/>
                <a:ea typeface="Calibri"/>
                <a:cs typeface="Calibri"/>
                <a:sym typeface="Calibri"/>
              </a:rPr>
              <a:t>is a branch of Artificial Intelligence (AI) that enables computers to learn from data and make predictions or decisions without being explicitly programmed.</a:t>
            </a:r>
            <a:endParaRPr sz="1400" b="0" i="0" u="none" strike="noStrike" cap="none">
              <a:solidFill>
                <a:srgbClr val="000000"/>
              </a:solidFill>
              <a:latin typeface="Arial"/>
              <a:ea typeface="Arial"/>
              <a:cs typeface="Arial"/>
              <a:sym typeface="Arial"/>
            </a:endParaRPr>
          </a:p>
          <a:p>
            <a:pPr marL="47625" marR="3810" lvl="0" indent="0" algn="just"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Calibri"/>
              <a:ea typeface="Calibri"/>
              <a:cs typeface="Calibri"/>
              <a:sym typeface="Calibri"/>
            </a:endParaRPr>
          </a:p>
          <a:p>
            <a:pPr marL="352425" marR="3810" lvl="0" indent="-304800" algn="just" rtl="0">
              <a:lnSpc>
                <a:spcPct val="100000"/>
              </a:lnSpc>
              <a:spcBef>
                <a:spcPts val="0"/>
              </a:spcBef>
              <a:spcAft>
                <a:spcPts val="0"/>
              </a:spcAft>
              <a:buClr>
                <a:srgbClr val="000000"/>
              </a:buClr>
              <a:buSzPts val="2400"/>
              <a:buFont typeface="Arial"/>
              <a:buChar char="•"/>
            </a:pPr>
            <a:r>
              <a:rPr lang="en-US" sz="2400" b="0" i="0" u="none" strike="noStrike" cap="none">
                <a:solidFill>
                  <a:srgbClr val="000000"/>
                </a:solidFill>
                <a:latin typeface="Calibri"/>
                <a:ea typeface="Calibri"/>
                <a:cs typeface="Calibri"/>
                <a:sym typeface="Calibri"/>
              </a:rPr>
              <a:t>Machine learning algorithms use historical data as input  to predict new output values.</a:t>
            </a:r>
            <a:endParaRPr sz="2400" b="0" i="0" u="none" strike="noStrike" cap="none">
              <a:solidFill>
                <a:srgbClr val="000000"/>
              </a:solidFill>
              <a:latin typeface="Calibri"/>
              <a:ea typeface="Calibri"/>
              <a:cs typeface="Calibri"/>
              <a:sym typeface="Calibri"/>
            </a:endParaRPr>
          </a:p>
          <a:p>
            <a:pPr marL="47625" marR="3810" lvl="0" indent="0" algn="just"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Calibri"/>
              <a:ea typeface="Calibri"/>
              <a:cs typeface="Calibri"/>
              <a:sym typeface="Calibri"/>
            </a:endParaRPr>
          </a:p>
          <a:p>
            <a:pPr marL="352425" marR="18574" lvl="0" indent="-304800" algn="just" rtl="0">
              <a:lnSpc>
                <a:spcPct val="100000"/>
              </a:lnSpc>
              <a:spcBef>
                <a:spcPts val="0"/>
              </a:spcBef>
              <a:spcAft>
                <a:spcPts val="0"/>
              </a:spcAft>
              <a:buClr>
                <a:srgbClr val="000000"/>
              </a:buClr>
              <a:buSzPts val="2400"/>
              <a:buFont typeface="Arial"/>
              <a:buChar char="•"/>
            </a:pPr>
            <a:r>
              <a:rPr lang="en-US" sz="2400" b="0" i="0" u="none" strike="noStrike" cap="none">
                <a:solidFill>
                  <a:srgbClr val="000000"/>
                </a:solidFill>
                <a:latin typeface="Calibri"/>
                <a:ea typeface="Calibri"/>
                <a:cs typeface="Calibri"/>
                <a:sym typeface="Calibri"/>
              </a:rPr>
              <a:t>Recommendation engines are a common use case for machine  learning. Other popular uses </a:t>
            </a:r>
            <a:r>
              <a:rPr lang="en-US" sz="2400" b="1" i="0" u="none" strike="noStrike" cap="none">
                <a:solidFill>
                  <a:srgbClr val="000000"/>
                </a:solidFill>
                <a:latin typeface="Calibri"/>
                <a:ea typeface="Calibri"/>
                <a:cs typeface="Calibri"/>
                <a:sym typeface="Calibri"/>
              </a:rPr>
              <a:t>include fraud detection, spam  filtering, malware threat detection, business process  automation (BPA) and Predictive maintenance</a:t>
            </a:r>
            <a:r>
              <a:rPr lang="en-US" sz="2400" b="0" i="0" u="none" strike="noStrike" cap="none">
                <a:solidFill>
                  <a:srgbClr val="000000"/>
                </a:solidFill>
                <a:latin typeface="Calibri"/>
                <a:ea typeface="Calibri"/>
                <a:cs typeface="Calibri"/>
                <a:sym typeface="Calibri"/>
              </a:rPr>
              <a:t>.</a:t>
            </a:r>
            <a:endParaRPr sz="2400" b="0" i="0" u="none" strike="noStrike" cap="none">
              <a:solidFill>
                <a:srgbClr val="000000"/>
              </a:solidFill>
              <a:latin typeface="Calibri"/>
              <a:ea typeface="Calibri"/>
              <a:cs typeface="Calibri"/>
              <a:sym typeface="Calibri"/>
            </a:endParaRPr>
          </a:p>
        </p:txBody>
      </p:sp>
      <p:pic>
        <p:nvPicPr>
          <p:cNvPr id="243" name="Google Shape;243;p5"/>
          <p:cNvPicPr preferRelativeResize="0"/>
          <p:nvPr/>
        </p:nvPicPr>
        <p:blipFill rotWithShape="1">
          <a:blip r:embed="rId3">
            <a:alphaModFix/>
          </a:blip>
          <a:srcRect/>
          <a:stretch/>
        </p:blipFill>
        <p:spPr>
          <a:xfrm>
            <a:off x="7437450" y="690937"/>
            <a:ext cx="4626626" cy="54761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247"/>
        <p:cNvGrpSpPr/>
        <p:nvPr/>
      </p:nvGrpSpPr>
      <p:grpSpPr>
        <a:xfrm>
          <a:off x="0" y="0"/>
          <a:ext cx="0" cy="0"/>
          <a:chOff x="0" y="0"/>
          <a:chExt cx="0" cy="0"/>
        </a:xfrm>
      </p:grpSpPr>
      <p:pic>
        <p:nvPicPr>
          <p:cNvPr id="248" name="Google Shape;248;p6"/>
          <p:cNvPicPr preferRelativeResize="0"/>
          <p:nvPr/>
        </p:nvPicPr>
        <p:blipFill rotWithShape="1">
          <a:blip r:embed="rId3">
            <a:alphaModFix/>
          </a:blip>
          <a:srcRect/>
          <a:stretch/>
        </p:blipFill>
        <p:spPr>
          <a:xfrm>
            <a:off x="1308241" y="1175657"/>
            <a:ext cx="8859016" cy="5040086"/>
          </a:xfrm>
          <a:prstGeom prst="rect">
            <a:avLst/>
          </a:prstGeom>
          <a:noFill/>
          <a:ln>
            <a:noFill/>
          </a:ln>
        </p:spPr>
      </p:pic>
      <p:sp>
        <p:nvSpPr>
          <p:cNvPr id="249" name="Google Shape;249;p6"/>
          <p:cNvSpPr txBox="1">
            <a:spLocks noGrp="1"/>
          </p:cNvSpPr>
          <p:nvPr>
            <p:ph type="sldNum" idx="12"/>
          </p:nvPr>
        </p:nvSpPr>
        <p:spPr>
          <a:xfrm>
            <a:off x="8778240" y="6377940"/>
            <a:ext cx="2804160" cy="215444"/>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350"/>
              <a:buNone/>
            </a:pPr>
            <a:fld id="{00000000-1234-1234-1234-123412341234}" type="slidenum">
              <a:rPr lang="en-US" sz="1350">
                <a:solidFill>
                  <a:srgbClr val="888888"/>
                </a:solidFill>
                <a:latin typeface="Calibri"/>
                <a:ea typeface="Calibri"/>
                <a:cs typeface="Calibri"/>
                <a:sym typeface="Calibri"/>
              </a:rPr>
              <a:t>7</a:t>
            </a:fld>
            <a:endParaRPr sz="1350">
              <a:solidFill>
                <a:srgbClr val="888888"/>
              </a:solidFill>
              <a:latin typeface="Calibri"/>
              <a:ea typeface="Calibri"/>
              <a:cs typeface="Calibri"/>
              <a:sym typeface="Calibri"/>
            </a:endParaRPr>
          </a:p>
        </p:txBody>
      </p:sp>
      <p:sp>
        <p:nvSpPr>
          <p:cNvPr id="250" name="Google Shape;250;p6"/>
          <p:cNvSpPr txBox="1">
            <a:spLocks noGrp="1"/>
          </p:cNvSpPr>
          <p:nvPr>
            <p:ph type="title"/>
          </p:nvPr>
        </p:nvSpPr>
        <p:spPr>
          <a:xfrm>
            <a:off x="538323" y="309802"/>
            <a:ext cx="9156900" cy="504600"/>
          </a:xfrm>
          <a:prstGeom prst="rect">
            <a:avLst/>
          </a:prstGeom>
          <a:noFill/>
          <a:ln>
            <a:noFill/>
          </a:ln>
        </p:spPr>
        <p:txBody>
          <a:bodyPr spcFirstLastPara="1" wrap="square" lIns="0" tIns="12050" rIns="0" bIns="0" anchor="t" anchorCtr="0">
            <a:spAutoFit/>
          </a:bodyPr>
          <a:lstStyle/>
          <a:p>
            <a:pPr marL="0" marR="5080" lvl="0" indent="0" algn="l" rtl="0">
              <a:lnSpc>
                <a:spcPct val="109300"/>
              </a:lnSpc>
              <a:spcBef>
                <a:spcPts val="0"/>
              </a:spcBef>
              <a:spcAft>
                <a:spcPts val="0"/>
              </a:spcAft>
              <a:buSzPts val="1400"/>
              <a:buNone/>
            </a:pPr>
            <a:r>
              <a:rPr lang="en-US" sz="3200"/>
              <a:t>Definition of Machine Learning</a:t>
            </a:r>
            <a:endParaRPr sz="32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254"/>
        <p:cNvGrpSpPr/>
        <p:nvPr/>
      </p:nvGrpSpPr>
      <p:grpSpPr>
        <a:xfrm>
          <a:off x="0" y="0"/>
          <a:ext cx="0" cy="0"/>
          <a:chOff x="0" y="0"/>
          <a:chExt cx="0" cy="0"/>
        </a:xfrm>
      </p:grpSpPr>
      <p:sp>
        <p:nvSpPr>
          <p:cNvPr id="255" name="Google Shape;255;p7"/>
          <p:cNvSpPr txBox="1">
            <a:spLocks noGrp="1"/>
          </p:cNvSpPr>
          <p:nvPr>
            <p:ph type="title"/>
          </p:nvPr>
        </p:nvSpPr>
        <p:spPr>
          <a:xfrm>
            <a:off x="1021673" y="504488"/>
            <a:ext cx="4502944" cy="392319"/>
          </a:xfrm>
          <a:prstGeom prst="rect">
            <a:avLst/>
          </a:prstGeom>
          <a:noFill/>
          <a:ln>
            <a:noFill/>
          </a:ln>
        </p:spPr>
        <p:txBody>
          <a:bodyPr spcFirstLastPara="1" wrap="square" lIns="0" tIns="9025" rIns="0" bIns="0" anchor="t" anchorCtr="0">
            <a:spAutoFit/>
          </a:bodyPr>
          <a:lstStyle/>
          <a:p>
            <a:pPr marL="9525" marR="3810" lvl="0" indent="19050" algn="l" rtl="0">
              <a:lnSpc>
                <a:spcPct val="109300"/>
              </a:lnSpc>
              <a:spcBef>
                <a:spcPts val="0"/>
              </a:spcBef>
              <a:spcAft>
                <a:spcPts val="0"/>
              </a:spcAft>
              <a:buSzPts val="1400"/>
              <a:buNone/>
            </a:pPr>
            <a:r>
              <a:rPr lang="en-US" sz="2400"/>
              <a:t>Machine Learning Model Definition</a:t>
            </a:r>
            <a:endParaRPr sz="2400"/>
          </a:p>
        </p:txBody>
      </p:sp>
      <p:sp>
        <p:nvSpPr>
          <p:cNvPr id="256" name="Google Shape;256;p7"/>
          <p:cNvSpPr txBox="1"/>
          <p:nvPr/>
        </p:nvSpPr>
        <p:spPr>
          <a:xfrm>
            <a:off x="1153887" y="1277449"/>
            <a:ext cx="9181843" cy="4730141"/>
          </a:xfrm>
          <a:prstGeom prst="rect">
            <a:avLst/>
          </a:prstGeom>
          <a:solidFill>
            <a:srgbClr val="EAF1DD"/>
          </a:solidFill>
          <a:ln>
            <a:noFill/>
          </a:ln>
        </p:spPr>
        <p:txBody>
          <a:bodyPr spcFirstLastPara="1" wrap="square" lIns="0" tIns="9525" rIns="0" bIns="0" anchor="t" anchorCtr="0">
            <a:spAutoFit/>
          </a:bodyPr>
          <a:lstStyle/>
          <a:p>
            <a:pPr marL="9525" marR="1186339" lvl="0" indent="0" algn="l" rtl="0">
              <a:lnSpc>
                <a:spcPct val="100000"/>
              </a:lnSpc>
              <a:spcBef>
                <a:spcPts val="0"/>
              </a:spcBef>
              <a:spcAft>
                <a:spcPts val="0"/>
              </a:spcAft>
              <a:buClr>
                <a:srgbClr val="000000"/>
              </a:buClr>
              <a:buSzPts val="2025"/>
              <a:buFont typeface="Arial"/>
              <a:buNone/>
            </a:pPr>
            <a:r>
              <a:rPr lang="en-US" sz="2025" b="0" i="0" u="none" strike="noStrike" cap="none">
                <a:solidFill>
                  <a:srgbClr val="000000"/>
                </a:solidFill>
                <a:latin typeface="Calibri"/>
                <a:ea typeface="Calibri"/>
                <a:cs typeface="Calibri"/>
                <a:sym typeface="Calibri"/>
              </a:rPr>
              <a:t>“</a:t>
            </a:r>
            <a:r>
              <a:rPr lang="en-US" sz="2400" b="0" i="0" u="none" strike="noStrike" cap="none">
                <a:solidFill>
                  <a:srgbClr val="000000"/>
                </a:solidFill>
                <a:latin typeface="Calibri"/>
                <a:ea typeface="Calibri"/>
                <a:cs typeface="Calibri"/>
                <a:sym typeface="Calibri"/>
              </a:rPr>
              <a:t>Learning is any process by which a system improves performance from  experience.”</a:t>
            </a:r>
            <a:endParaRPr sz="2400" b="0" i="0" u="none" strike="noStrike" cap="none">
              <a:solidFill>
                <a:srgbClr val="000000"/>
              </a:solidFill>
              <a:latin typeface="Calibri"/>
              <a:ea typeface="Calibri"/>
              <a:cs typeface="Calibri"/>
              <a:sym typeface="Calibri"/>
            </a:endParaRPr>
          </a:p>
          <a:p>
            <a:pPr marL="6968014" marR="0" lvl="0" indent="0" algn="l" rtl="0">
              <a:lnSpc>
                <a:spcPct val="100000"/>
              </a:lnSpc>
              <a:spcBef>
                <a:spcPts val="450"/>
              </a:spcBef>
              <a:spcAft>
                <a:spcPts val="0"/>
              </a:spcAft>
              <a:buClr>
                <a:srgbClr val="000000"/>
              </a:buClr>
              <a:buSzPts val="2400"/>
              <a:buFont typeface="Arial"/>
              <a:buNone/>
            </a:pPr>
            <a:r>
              <a:rPr lang="en-US" sz="2400" b="0" i="0" u="none" strike="noStrike" cap="none">
                <a:solidFill>
                  <a:srgbClr val="000000"/>
                </a:solidFill>
                <a:latin typeface="Calibri"/>
                <a:ea typeface="Calibri"/>
                <a:cs typeface="Calibri"/>
                <a:sym typeface="Calibri"/>
              </a:rPr>
              <a:t>- Herbert Simon</a:t>
            </a:r>
            <a:endParaRPr sz="2400" b="0" i="0" u="none" strike="noStrike" cap="none">
              <a:solidFill>
                <a:srgbClr val="000000"/>
              </a:solidFill>
              <a:latin typeface="Calibri"/>
              <a:ea typeface="Calibri"/>
              <a:cs typeface="Calibri"/>
              <a:sym typeface="Calibri"/>
            </a:endParaRPr>
          </a:p>
          <a:p>
            <a:pPr marL="0" marR="0" lvl="0" indent="0" algn="l" rtl="0">
              <a:lnSpc>
                <a:spcPct val="100000"/>
              </a:lnSpc>
              <a:spcBef>
                <a:spcPts val="34"/>
              </a:spcBef>
              <a:spcAft>
                <a:spcPts val="0"/>
              </a:spcAft>
              <a:buClr>
                <a:srgbClr val="000000"/>
              </a:buClr>
              <a:buSzPts val="2400"/>
              <a:buFont typeface="Arial"/>
              <a:buNone/>
            </a:pPr>
            <a:endParaRPr sz="2400" b="0" i="0" u="none" strike="noStrike" cap="none">
              <a:solidFill>
                <a:srgbClr val="000000"/>
              </a:solidFill>
              <a:latin typeface="Calibri"/>
              <a:ea typeface="Calibri"/>
              <a:cs typeface="Calibri"/>
              <a:sym typeface="Calibri"/>
            </a:endParaRPr>
          </a:p>
          <a:p>
            <a:pPr marL="9525"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Calibri"/>
                <a:ea typeface="Calibri"/>
                <a:cs typeface="Calibri"/>
                <a:sym typeface="Calibri"/>
              </a:rPr>
              <a:t>Definition by Tom Mitchell :</a:t>
            </a:r>
            <a:endParaRPr sz="2400" b="0" i="0" u="none" strike="noStrike" cap="none">
              <a:solidFill>
                <a:srgbClr val="000000"/>
              </a:solidFill>
              <a:latin typeface="Calibri"/>
              <a:ea typeface="Calibri"/>
              <a:cs typeface="Calibri"/>
              <a:sym typeface="Calibri"/>
            </a:endParaRPr>
          </a:p>
          <a:p>
            <a:pPr marL="9525" marR="0" lvl="0" indent="0" algn="l" rtl="0">
              <a:lnSpc>
                <a:spcPct val="100000"/>
              </a:lnSpc>
              <a:spcBef>
                <a:spcPts val="450"/>
              </a:spcBef>
              <a:spcAft>
                <a:spcPts val="0"/>
              </a:spcAft>
              <a:buClr>
                <a:srgbClr val="000000"/>
              </a:buClr>
              <a:buSzPts val="2400"/>
              <a:buFont typeface="Arial"/>
              <a:buNone/>
            </a:pPr>
            <a:r>
              <a:rPr lang="en-US" sz="2400" b="0" i="0" u="none" strike="noStrike" cap="none">
                <a:solidFill>
                  <a:srgbClr val="C00000"/>
                </a:solidFill>
                <a:latin typeface="Calibri"/>
                <a:ea typeface="Calibri"/>
                <a:cs typeface="Calibri"/>
                <a:sym typeface="Calibri"/>
              </a:rPr>
              <a:t>Machine Learning </a:t>
            </a:r>
            <a:r>
              <a:rPr lang="en-US" sz="2400" b="0" i="0" u="none" strike="noStrike" cap="none">
                <a:solidFill>
                  <a:srgbClr val="000000"/>
                </a:solidFill>
                <a:latin typeface="Calibri"/>
                <a:ea typeface="Calibri"/>
                <a:cs typeface="Calibri"/>
                <a:sym typeface="Calibri"/>
              </a:rPr>
              <a:t>is the study of algorithms that</a:t>
            </a:r>
            <a:endParaRPr sz="2400" b="0" i="0" u="none" strike="noStrike" cap="none">
              <a:solidFill>
                <a:srgbClr val="000000"/>
              </a:solidFill>
              <a:latin typeface="Calibri"/>
              <a:ea typeface="Calibri"/>
              <a:cs typeface="Calibri"/>
              <a:sym typeface="Calibri"/>
            </a:endParaRPr>
          </a:p>
          <a:p>
            <a:pPr marL="352425" marR="0" lvl="0" indent="-300514" algn="l" rtl="0">
              <a:lnSpc>
                <a:spcPct val="100000"/>
              </a:lnSpc>
              <a:spcBef>
                <a:spcPts val="664"/>
              </a:spcBef>
              <a:spcAft>
                <a:spcPts val="0"/>
              </a:spcAft>
              <a:buClr>
                <a:srgbClr val="000000"/>
              </a:buClr>
              <a:buSzPts val="2667"/>
              <a:buFont typeface="Arial"/>
              <a:buChar char="•"/>
            </a:pPr>
            <a:r>
              <a:rPr lang="en-US" sz="2400" b="0" i="0" u="none" strike="noStrike" cap="none">
                <a:solidFill>
                  <a:srgbClr val="000000"/>
                </a:solidFill>
                <a:latin typeface="Calibri"/>
                <a:ea typeface="Calibri"/>
                <a:cs typeface="Calibri"/>
                <a:sym typeface="Calibri"/>
              </a:rPr>
              <a:t>improve their performance P</a:t>
            </a:r>
            <a:endParaRPr sz="1400" b="0" i="0" u="none" strike="noStrike" cap="none">
              <a:solidFill>
                <a:srgbClr val="000000"/>
              </a:solidFill>
              <a:latin typeface="Arial"/>
              <a:ea typeface="Arial"/>
              <a:cs typeface="Arial"/>
              <a:sym typeface="Arial"/>
            </a:endParaRPr>
          </a:p>
          <a:p>
            <a:pPr marL="311944" marR="0" lvl="0" indent="-302895" algn="l" rtl="0">
              <a:lnSpc>
                <a:spcPct val="100000"/>
              </a:lnSpc>
              <a:spcBef>
                <a:spcPts val="506"/>
              </a:spcBef>
              <a:spcAft>
                <a:spcPts val="0"/>
              </a:spcAft>
              <a:buClr>
                <a:srgbClr val="000000"/>
              </a:buClr>
              <a:buSzPts val="2400"/>
              <a:buFont typeface="Arial"/>
              <a:buChar char="•"/>
            </a:pPr>
            <a:r>
              <a:rPr lang="en-US" sz="2400" b="0" i="0" u="none" strike="noStrike" cap="none">
                <a:solidFill>
                  <a:srgbClr val="000000"/>
                </a:solidFill>
                <a:latin typeface="Calibri"/>
                <a:ea typeface="Calibri"/>
                <a:cs typeface="Calibri"/>
                <a:sym typeface="Calibri"/>
              </a:rPr>
              <a:t>at some task T</a:t>
            </a:r>
            <a:endParaRPr sz="1400" b="0" i="0" u="none" strike="noStrike" cap="none">
              <a:solidFill>
                <a:srgbClr val="000000"/>
              </a:solidFill>
              <a:latin typeface="Arial"/>
              <a:ea typeface="Arial"/>
              <a:cs typeface="Arial"/>
              <a:sym typeface="Arial"/>
            </a:endParaRPr>
          </a:p>
          <a:p>
            <a:pPr marL="311944" marR="0" lvl="0" indent="-302895" algn="l" rtl="0">
              <a:lnSpc>
                <a:spcPct val="100000"/>
              </a:lnSpc>
              <a:spcBef>
                <a:spcPts val="450"/>
              </a:spcBef>
              <a:spcAft>
                <a:spcPts val="0"/>
              </a:spcAft>
              <a:buClr>
                <a:srgbClr val="000000"/>
              </a:buClr>
              <a:buSzPts val="2400"/>
              <a:buFont typeface="Arial"/>
              <a:buChar char="•"/>
            </a:pPr>
            <a:r>
              <a:rPr lang="en-US" sz="2400" b="0" i="0" u="none" strike="noStrike" cap="none">
                <a:solidFill>
                  <a:srgbClr val="000000"/>
                </a:solidFill>
                <a:latin typeface="Calibri"/>
                <a:ea typeface="Calibri"/>
                <a:cs typeface="Calibri"/>
                <a:sym typeface="Calibri"/>
              </a:rPr>
              <a:t>with experience E (equate this to training data).</a:t>
            </a:r>
            <a:endParaRPr sz="2400" b="0" i="0" u="none" strike="noStrike" cap="none">
              <a:solidFill>
                <a:srgbClr val="000000"/>
              </a:solidFill>
              <a:latin typeface="Calibri"/>
              <a:ea typeface="Calibri"/>
              <a:cs typeface="Calibri"/>
              <a:sym typeface="Calibri"/>
            </a:endParaRPr>
          </a:p>
          <a:p>
            <a:pPr marL="0" marR="0" lvl="0" indent="0" algn="l" rtl="0">
              <a:lnSpc>
                <a:spcPct val="100000"/>
              </a:lnSpc>
              <a:spcBef>
                <a:spcPts val="34"/>
              </a:spcBef>
              <a:spcAft>
                <a:spcPts val="0"/>
              </a:spcAft>
              <a:buClr>
                <a:srgbClr val="000000"/>
              </a:buClr>
              <a:buSzPts val="2400"/>
              <a:buFont typeface="Arial"/>
              <a:buNone/>
            </a:pPr>
            <a:endParaRPr sz="2400" b="0" i="0" u="none" strike="noStrike" cap="none">
              <a:solidFill>
                <a:srgbClr val="000000"/>
              </a:solidFill>
              <a:latin typeface="Calibri"/>
              <a:ea typeface="Calibri"/>
              <a:cs typeface="Calibri"/>
              <a:sym typeface="Calibri"/>
            </a:endParaRPr>
          </a:p>
          <a:p>
            <a:pPr marL="9525" marR="0" lvl="0" indent="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libri"/>
                <a:ea typeface="Calibri"/>
                <a:cs typeface="Calibri"/>
                <a:sym typeface="Calibri"/>
              </a:rPr>
              <a:t>A well-defined learning task is given by </a:t>
            </a:r>
            <a:r>
              <a:rPr lang="en-US" sz="2400" b="1" i="0" u="none" strike="noStrike" cap="none">
                <a:solidFill>
                  <a:srgbClr val="000000"/>
                </a:solidFill>
                <a:latin typeface="Calibri"/>
                <a:ea typeface="Calibri"/>
                <a:cs typeface="Calibri"/>
                <a:sym typeface="Calibri"/>
              </a:rPr>
              <a:t>&lt;P, T, E&gt;</a:t>
            </a:r>
            <a:endParaRPr sz="2400" b="1" i="0" u="none" strike="noStrike" cap="none">
              <a:solidFill>
                <a:srgbClr val="000000"/>
              </a:solidFill>
              <a:latin typeface="Calibri"/>
              <a:ea typeface="Calibri"/>
              <a:cs typeface="Calibri"/>
              <a:sym typeface="Calibri"/>
            </a:endParaRPr>
          </a:p>
          <a:p>
            <a:pPr marL="9525" marR="0" lvl="0" indent="0" algn="l" rtl="0">
              <a:lnSpc>
                <a:spcPct val="100000"/>
              </a:lnSpc>
              <a:spcBef>
                <a:spcPts val="0"/>
              </a:spcBef>
              <a:spcAft>
                <a:spcPts val="0"/>
              </a:spcAft>
              <a:buClr>
                <a:srgbClr val="000000"/>
              </a:buClr>
              <a:buSzPts val="2025"/>
              <a:buFont typeface="Arial"/>
              <a:buNone/>
            </a:pPr>
            <a:endParaRPr sz="2025" b="0" i="0" u="none" strike="noStrike" cap="none">
              <a:solidFill>
                <a:srgbClr val="000000"/>
              </a:solidFill>
              <a:latin typeface="Calibri"/>
              <a:ea typeface="Calibri"/>
              <a:cs typeface="Calibri"/>
              <a:sym typeface="Calibri"/>
            </a:endParaRPr>
          </a:p>
        </p:txBody>
      </p:sp>
      <p:sp>
        <p:nvSpPr>
          <p:cNvPr id="257" name="Google Shape;257;p7"/>
          <p:cNvSpPr txBox="1">
            <a:spLocks noGrp="1"/>
          </p:cNvSpPr>
          <p:nvPr>
            <p:ph type="sldNum" idx="12"/>
          </p:nvPr>
        </p:nvSpPr>
        <p:spPr>
          <a:xfrm>
            <a:off x="8778240" y="6377940"/>
            <a:ext cx="2804160" cy="215444"/>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350"/>
              <a:buNone/>
            </a:pPr>
            <a:fld id="{00000000-1234-1234-1234-123412341234}" type="slidenum">
              <a:rPr lang="en-US" sz="1350">
                <a:solidFill>
                  <a:srgbClr val="888888"/>
                </a:solidFill>
                <a:latin typeface="Calibri"/>
                <a:ea typeface="Calibri"/>
                <a:cs typeface="Calibri"/>
                <a:sym typeface="Calibri"/>
              </a:rPr>
              <a:t>8</a:t>
            </a:fld>
            <a:endParaRPr sz="1350">
              <a:solidFill>
                <a:srgbClr val="888888"/>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261"/>
        <p:cNvGrpSpPr/>
        <p:nvPr/>
      </p:nvGrpSpPr>
      <p:grpSpPr>
        <a:xfrm>
          <a:off x="0" y="0"/>
          <a:ext cx="0" cy="0"/>
          <a:chOff x="0" y="0"/>
          <a:chExt cx="0" cy="0"/>
        </a:xfrm>
      </p:grpSpPr>
      <p:sp>
        <p:nvSpPr>
          <p:cNvPr id="262" name="Google Shape;262;p8"/>
          <p:cNvSpPr txBox="1">
            <a:spLocks noGrp="1"/>
          </p:cNvSpPr>
          <p:nvPr>
            <p:ph type="title"/>
          </p:nvPr>
        </p:nvSpPr>
        <p:spPr>
          <a:xfrm>
            <a:off x="806632" y="526170"/>
            <a:ext cx="5378291" cy="392800"/>
          </a:xfrm>
          <a:prstGeom prst="rect">
            <a:avLst/>
          </a:prstGeom>
          <a:noFill/>
          <a:ln>
            <a:noFill/>
          </a:ln>
        </p:spPr>
        <p:txBody>
          <a:bodyPr spcFirstLastPara="1" wrap="square" lIns="0" tIns="9525" rIns="0" bIns="0" anchor="t" anchorCtr="0">
            <a:spAutoFit/>
          </a:bodyPr>
          <a:lstStyle/>
          <a:p>
            <a:pPr marL="9525" marR="3810" lvl="0" indent="18574" algn="l" rtl="0">
              <a:lnSpc>
                <a:spcPct val="109300"/>
              </a:lnSpc>
              <a:spcBef>
                <a:spcPts val="0"/>
              </a:spcBef>
              <a:spcAft>
                <a:spcPts val="0"/>
              </a:spcAft>
              <a:buSzPts val="1400"/>
              <a:buNone/>
            </a:pPr>
            <a:r>
              <a:rPr lang="en-US" sz="2400"/>
              <a:t>Traditional Modelling vs Machine Learning</a:t>
            </a:r>
            <a:endParaRPr sz="2400"/>
          </a:p>
        </p:txBody>
      </p:sp>
      <p:pic>
        <p:nvPicPr>
          <p:cNvPr id="263" name="Google Shape;263;p8"/>
          <p:cNvPicPr preferRelativeResize="0"/>
          <p:nvPr/>
        </p:nvPicPr>
        <p:blipFill rotWithShape="1">
          <a:blip r:embed="rId3">
            <a:alphaModFix/>
          </a:blip>
          <a:srcRect/>
          <a:stretch/>
        </p:blipFill>
        <p:spPr>
          <a:xfrm>
            <a:off x="1055915" y="1077686"/>
            <a:ext cx="9437914" cy="5372881"/>
          </a:xfrm>
          <a:prstGeom prst="rect">
            <a:avLst/>
          </a:prstGeom>
          <a:noFill/>
          <a:ln>
            <a:noFill/>
          </a:ln>
        </p:spPr>
      </p:pic>
      <p:sp>
        <p:nvSpPr>
          <p:cNvPr id="264" name="Google Shape;264;p8"/>
          <p:cNvSpPr txBox="1">
            <a:spLocks noGrp="1"/>
          </p:cNvSpPr>
          <p:nvPr>
            <p:ph type="sldNum" idx="12"/>
          </p:nvPr>
        </p:nvSpPr>
        <p:spPr>
          <a:xfrm>
            <a:off x="8778240" y="6377940"/>
            <a:ext cx="2804160" cy="215444"/>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350"/>
              <a:buNone/>
            </a:pPr>
            <a:fld id="{00000000-1234-1234-1234-123412341234}" type="slidenum">
              <a:rPr lang="en-US" sz="1350">
                <a:solidFill>
                  <a:srgbClr val="888888"/>
                </a:solidFill>
                <a:latin typeface="Calibri"/>
                <a:ea typeface="Calibri"/>
                <a:cs typeface="Calibri"/>
                <a:sym typeface="Calibri"/>
              </a:rPr>
              <a:t>9</a:t>
            </a:fld>
            <a:endParaRPr sz="1350">
              <a:solidFill>
                <a:srgbClr val="888888"/>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268"/>
        <p:cNvGrpSpPr/>
        <p:nvPr/>
      </p:nvGrpSpPr>
      <p:grpSpPr>
        <a:xfrm>
          <a:off x="0" y="0"/>
          <a:ext cx="0" cy="0"/>
          <a:chOff x="0" y="0"/>
          <a:chExt cx="0" cy="0"/>
        </a:xfrm>
      </p:grpSpPr>
      <p:sp>
        <p:nvSpPr>
          <p:cNvPr id="269" name="Google Shape;269;p9"/>
          <p:cNvSpPr txBox="1">
            <a:spLocks noGrp="1"/>
          </p:cNvSpPr>
          <p:nvPr>
            <p:ph type="title"/>
          </p:nvPr>
        </p:nvSpPr>
        <p:spPr>
          <a:xfrm>
            <a:off x="1013349" y="232345"/>
            <a:ext cx="4502944" cy="392319"/>
          </a:xfrm>
          <a:prstGeom prst="rect">
            <a:avLst/>
          </a:prstGeom>
          <a:noFill/>
          <a:ln>
            <a:noFill/>
          </a:ln>
        </p:spPr>
        <p:txBody>
          <a:bodyPr spcFirstLastPara="1" wrap="square" lIns="0" tIns="9025" rIns="0" bIns="0" anchor="t" anchorCtr="0">
            <a:spAutoFit/>
          </a:bodyPr>
          <a:lstStyle/>
          <a:p>
            <a:pPr marL="9525" marR="3810" lvl="0" indent="19050" algn="l" rtl="0">
              <a:lnSpc>
                <a:spcPct val="109300"/>
              </a:lnSpc>
              <a:spcBef>
                <a:spcPts val="0"/>
              </a:spcBef>
              <a:spcAft>
                <a:spcPts val="0"/>
              </a:spcAft>
              <a:buSzPts val="1400"/>
              <a:buNone/>
            </a:pPr>
            <a:r>
              <a:rPr lang="en-US" sz="2400"/>
              <a:t>Machine Learning – As a flow</a:t>
            </a:r>
            <a:endParaRPr sz="2400"/>
          </a:p>
        </p:txBody>
      </p:sp>
      <p:sp>
        <p:nvSpPr>
          <p:cNvPr id="270" name="Google Shape;270;p9"/>
          <p:cNvSpPr/>
          <p:nvPr/>
        </p:nvSpPr>
        <p:spPr>
          <a:xfrm>
            <a:off x="609600" y="1302170"/>
            <a:ext cx="7462838" cy="28575"/>
          </a:xfrm>
          <a:custGeom>
            <a:avLst/>
            <a:gdLst/>
            <a:ahLst/>
            <a:cxnLst/>
            <a:rect l="l" t="t" r="r" b="b"/>
            <a:pathLst>
              <a:path w="9950450" h="38100" extrusionOk="0">
                <a:moveTo>
                  <a:pt x="9950029" y="38099"/>
                </a:moveTo>
                <a:lnTo>
                  <a:pt x="0" y="38099"/>
                </a:lnTo>
                <a:lnTo>
                  <a:pt x="0" y="0"/>
                </a:lnTo>
                <a:lnTo>
                  <a:pt x="9950029" y="0"/>
                </a:lnTo>
                <a:lnTo>
                  <a:pt x="9950029" y="38099"/>
                </a:lnTo>
                <a:close/>
              </a:path>
            </a:pathLst>
          </a:custGeom>
          <a:solidFill>
            <a:srgbClr val="C55A1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grpSp>
        <p:nvGrpSpPr>
          <p:cNvPr id="271" name="Google Shape;271;p9"/>
          <p:cNvGrpSpPr/>
          <p:nvPr/>
        </p:nvGrpSpPr>
        <p:grpSpPr>
          <a:xfrm>
            <a:off x="985702" y="1840399"/>
            <a:ext cx="9750191" cy="4416947"/>
            <a:chOff x="501469" y="2453865"/>
            <a:chExt cx="13000255" cy="5889263"/>
          </a:xfrm>
        </p:grpSpPr>
        <p:pic>
          <p:nvPicPr>
            <p:cNvPr id="272" name="Google Shape;272;p9"/>
            <p:cNvPicPr preferRelativeResize="0"/>
            <p:nvPr/>
          </p:nvPicPr>
          <p:blipFill rotWithShape="1">
            <a:blip r:embed="rId3">
              <a:alphaModFix/>
            </a:blip>
            <a:srcRect/>
            <a:stretch/>
          </p:blipFill>
          <p:spPr>
            <a:xfrm>
              <a:off x="501469" y="2453865"/>
              <a:ext cx="10348211" cy="5889263"/>
            </a:xfrm>
            <a:prstGeom prst="rect">
              <a:avLst/>
            </a:prstGeom>
            <a:noFill/>
            <a:ln>
              <a:noFill/>
            </a:ln>
          </p:spPr>
        </p:pic>
        <p:pic>
          <p:nvPicPr>
            <p:cNvPr id="273" name="Google Shape;273;p9"/>
            <p:cNvPicPr preferRelativeResize="0"/>
            <p:nvPr/>
          </p:nvPicPr>
          <p:blipFill rotWithShape="1">
            <a:blip r:embed="rId4">
              <a:alphaModFix/>
            </a:blip>
            <a:srcRect/>
            <a:stretch/>
          </p:blipFill>
          <p:spPr>
            <a:xfrm>
              <a:off x="7709350" y="2708814"/>
              <a:ext cx="5792374" cy="3960350"/>
            </a:xfrm>
            <a:prstGeom prst="rect">
              <a:avLst/>
            </a:prstGeom>
            <a:noFill/>
            <a:ln>
              <a:noFill/>
            </a:ln>
          </p:spPr>
        </p:pic>
        <p:sp>
          <p:nvSpPr>
            <p:cNvPr id="274" name="Google Shape;274;p9"/>
            <p:cNvSpPr/>
            <p:nvPr/>
          </p:nvSpPr>
          <p:spPr>
            <a:xfrm>
              <a:off x="7563269" y="2477528"/>
              <a:ext cx="4500880" cy="2404110"/>
            </a:xfrm>
            <a:custGeom>
              <a:avLst/>
              <a:gdLst/>
              <a:ahLst/>
              <a:cxnLst/>
              <a:rect l="l" t="t" r="r" b="b"/>
              <a:pathLst>
                <a:path w="4500880" h="2404110" extrusionOk="0">
                  <a:moveTo>
                    <a:pt x="857846" y="1711820"/>
                  </a:moveTo>
                  <a:lnTo>
                    <a:pt x="184645" y="1711820"/>
                  </a:lnTo>
                  <a:lnTo>
                    <a:pt x="184645" y="2403627"/>
                  </a:lnTo>
                  <a:lnTo>
                    <a:pt x="857846" y="2403627"/>
                  </a:lnTo>
                  <a:lnTo>
                    <a:pt x="857846" y="1711820"/>
                  </a:lnTo>
                  <a:close/>
                </a:path>
                <a:path w="4500880" h="2404110" extrusionOk="0">
                  <a:moveTo>
                    <a:pt x="1042504" y="0"/>
                  </a:moveTo>
                  <a:lnTo>
                    <a:pt x="0" y="0"/>
                  </a:lnTo>
                  <a:lnTo>
                    <a:pt x="0" y="615607"/>
                  </a:lnTo>
                  <a:lnTo>
                    <a:pt x="1042504" y="615607"/>
                  </a:lnTo>
                  <a:lnTo>
                    <a:pt x="1042504" y="0"/>
                  </a:lnTo>
                  <a:close/>
                </a:path>
                <a:path w="4500880" h="2404110" extrusionOk="0">
                  <a:moveTo>
                    <a:pt x="4500702" y="615607"/>
                  </a:moveTo>
                  <a:lnTo>
                    <a:pt x="3827500" y="615607"/>
                  </a:lnTo>
                  <a:lnTo>
                    <a:pt x="3827500" y="1307401"/>
                  </a:lnTo>
                  <a:lnTo>
                    <a:pt x="4500702" y="1307401"/>
                  </a:lnTo>
                  <a:lnTo>
                    <a:pt x="4500702" y="615607"/>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grpSp>
      <p:sp>
        <p:nvSpPr>
          <p:cNvPr id="275" name="Google Shape;275;p9"/>
          <p:cNvSpPr txBox="1"/>
          <p:nvPr/>
        </p:nvSpPr>
        <p:spPr>
          <a:xfrm>
            <a:off x="3922871" y="6541675"/>
            <a:ext cx="1024890" cy="171201"/>
          </a:xfrm>
          <a:prstGeom prst="rect">
            <a:avLst/>
          </a:prstGeom>
          <a:noFill/>
          <a:ln>
            <a:noFill/>
          </a:ln>
        </p:spPr>
        <p:txBody>
          <a:bodyPr spcFirstLastPara="1" wrap="square" lIns="0" tIns="9525" rIns="0" bIns="0" anchor="t" anchorCtr="0">
            <a:spAutoFit/>
          </a:bodyPr>
          <a:lstStyle/>
          <a:p>
            <a:pPr marL="9525" marR="0" lvl="0" indent="0" algn="l" rtl="0">
              <a:lnSpc>
                <a:spcPct val="100000"/>
              </a:lnSpc>
              <a:spcBef>
                <a:spcPts val="0"/>
              </a:spcBef>
              <a:spcAft>
                <a:spcPts val="0"/>
              </a:spcAft>
              <a:buClr>
                <a:srgbClr val="000000"/>
              </a:buClr>
              <a:buSzPts val="1050"/>
              <a:buFont typeface="Arial"/>
              <a:buNone/>
            </a:pPr>
            <a:r>
              <a:rPr lang="en-US" sz="1050" b="0" i="0" u="none" strike="noStrike" cap="none">
                <a:solidFill>
                  <a:srgbClr val="000000"/>
                </a:solidFill>
                <a:latin typeface="Arial"/>
                <a:ea typeface="Arial"/>
                <a:cs typeface="Arial"/>
                <a:sym typeface="Arial"/>
              </a:rPr>
              <a:t>Source - Google</a:t>
            </a:r>
            <a:endParaRPr sz="1050" b="0" i="0" u="none" strike="noStrike" cap="none">
              <a:solidFill>
                <a:srgbClr val="000000"/>
              </a:solidFill>
              <a:latin typeface="Arial"/>
              <a:ea typeface="Arial"/>
              <a:cs typeface="Arial"/>
              <a:sym typeface="Arial"/>
            </a:endParaRPr>
          </a:p>
        </p:txBody>
      </p:sp>
      <p:sp>
        <p:nvSpPr>
          <p:cNvPr id="276" name="Google Shape;276;p9"/>
          <p:cNvSpPr txBox="1"/>
          <p:nvPr/>
        </p:nvSpPr>
        <p:spPr>
          <a:xfrm>
            <a:off x="4894842" y="1548500"/>
            <a:ext cx="413861" cy="286617"/>
          </a:xfrm>
          <a:prstGeom prst="rect">
            <a:avLst/>
          </a:prstGeom>
          <a:noFill/>
          <a:ln>
            <a:noFill/>
          </a:ln>
        </p:spPr>
        <p:txBody>
          <a:bodyPr spcFirstLastPara="1" wrap="square" lIns="0" tIns="9525" rIns="0" bIns="0" anchor="t" anchorCtr="0">
            <a:spAutoFit/>
          </a:bodyPr>
          <a:lstStyle/>
          <a:p>
            <a:pPr marL="9525"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80%</a:t>
            </a:r>
            <a:endParaRPr sz="1800" b="0" i="0" u="none" strike="noStrike" cap="none">
              <a:solidFill>
                <a:srgbClr val="000000"/>
              </a:solidFill>
              <a:latin typeface="Calibri"/>
              <a:ea typeface="Calibri"/>
              <a:cs typeface="Calibri"/>
              <a:sym typeface="Calibri"/>
            </a:endParaRPr>
          </a:p>
        </p:txBody>
      </p:sp>
      <p:sp>
        <p:nvSpPr>
          <p:cNvPr id="277" name="Google Shape;277;p9"/>
          <p:cNvSpPr txBox="1"/>
          <p:nvPr/>
        </p:nvSpPr>
        <p:spPr>
          <a:xfrm>
            <a:off x="1510876" y="4763369"/>
            <a:ext cx="413861" cy="286617"/>
          </a:xfrm>
          <a:prstGeom prst="rect">
            <a:avLst/>
          </a:prstGeom>
          <a:noFill/>
          <a:ln>
            <a:noFill/>
          </a:ln>
        </p:spPr>
        <p:txBody>
          <a:bodyPr spcFirstLastPara="1" wrap="square" lIns="0" tIns="9525" rIns="0" bIns="0" anchor="t" anchorCtr="0">
            <a:spAutoFit/>
          </a:bodyPr>
          <a:lstStyle/>
          <a:p>
            <a:pPr marL="9525"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Calibri"/>
                <a:ea typeface="Calibri"/>
                <a:cs typeface="Calibri"/>
                <a:sym typeface="Calibri"/>
              </a:rPr>
              <a:t>20%</a:t>
            </a:r>
            <a:endParaRPr sz="1800" b="0" i="0" u="none" strike="noStrike" cap="none">
              <a:solidFill>
                <a:srgbClr val="000000"/>
              </a:solidFill>
              <a:latin typeface="Calibri"/>
              <a:ea typeface="Calibri"/>
              <a:cs typeface="Calibri"/>
              <a:sym typeface="Calibri"/>
            </a:endParaRPr>
          </a:p>
        </p:txBody>
      </p:sp>
      <p:sp>
        <p:nvSpPr>
          <p:cNvPr id="278" name="Google Shape;278;p9"/>
          <p:cNvSpPr txBox="1">
            <a:spLocks noGrp="1"/>
          </p:cNvSpPr>
          <p:nvPr>
            <p:ph type="sldNum" idx="12"/>
          </p:nvPr>
        </p:nvSpPr>
        <p:spPr>
          <a:xfrm>
            <a:off x="8778240" y="6377940"/>
            <a:ext cx="2804160" cy="215444"/>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350"/>
              <a:buNone/>
            </a:pPr>
            <a:fld id="{00000000-1234-1234-1234-123412341234}" type="slidenum">
              <a:rPr lang="en-US" sz="1350">
                <a:solidFill>
                  <a:srgbClr val="888888"/>
                </a:solidFill>
                <a:latin typeface="Calibri"/>
                <a:ea typeface="Calibri"/>
                <a:cs typeface="Calibri"/>
                <a:sym typeface="Calibri"/>
              </a:rPr>
              <a:t>10</a:t>
            </a:fld>
            <a:endParaRPr sz="1350">
              <a:solidFill>
                <a:srgbClr val="888888"/>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10"/>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11</a:t>
            </a:fld>
            <a:endParaRPr/>
          </a:p>
        </p:txBody>
      </p:sp>
      <p:sp>
        <p:nvSpPr>
          <p:cNvPr id="285" name="Google Shape;285;p10"/>
          <p:cNvSpPr txBox="1">
            <a:spLocks noGrp="1"/>
          </p:cNvSpPr>
          <p:nvPr>
            <p:ph type="title"/>
          </p:nvPr>
        </p:nvSpPr>
        <p:spPr>
          <a:xfrm>
            <a:off x="127924" y="201340"/>
            <a:ext cx="11360700" cy="545391"/>
          </a:xfrm>
          <a:prstGeom prst="rect">
            <a:avLst/>
          </a:prstGeom>
          <a:noFill/>
          <a:ln>
            <a:noFill/>
          </a:ln>
        </p:spPr>
        <p:txBody>
          <a:bodyPr spcFirstLastPara="1" wrap="square" lIns="121900" tIns="121900" rIns="121900" bIns="121900" anchor="t" anchorCtr="0">
            <a:noAutofit/>
          </a:bodyPr>
          <a:lstStyle/>
          <a:p>
            <a:pPr marL="9525" marR="0" lvl="0" indent="0" algn="l" rtl="0">
              <a:lnSpc>
                <a:spcPct val="100000"/>
              </a:lnSpc>
              <a:spcBef>
                <a:spcPts val="75"/>
              </a:spcBef>
              <a:spcAft>
                <a:spcPts val="0"/>
              </a:spcAft>
              <a:buClr>
                <a:srgbClr val="C55A11"/>
              </a:buClr>
              <a:buSzPts val="2800"/>
              <a:buFont typeface="Arial"/>
              <a:buNone/>
            </a:pPr>
            <a:r>
              <a:rPr lang="en-US" sz="2800" b="1" i="0" u="none" strike="noStrike" cap="none">
                <a:solidFill>
                  <a:srgbClr val="C55A11"/>
                </a:solidFill>
                <a:latin typeface="Calibri"/>
                <a:ea typeface="Calibri"/>
                <a:cs typeface="Calibri"/>
                <a:sym typeface="Calibri"/>
              </a:rPr>
              <a:t> Why is ML important?</a:t>
            </a:r>
            <a:endParaRPr sz="2800" b="0" i="0" u="none" strike="noStrike" cap="none">
              <a:solidFill>
                <a:srgbClr val="000000"/>
              </a:solidFill>
              <a:latin typeface="Calibri"/>
              <a:ea typeface="Calibri"/>
              <a:cs typeface="Calibri"/>
              <a:sym typeface="Calibri"/>
            </a:endParaRPr>
          </a:p>
        </p:txBody>
      </p:sp>
      <p:sp>
        <p:nvSpPr>
          <p:cNvPr id="286" name="Google Shape;286;p10"/>
          <p:cNvSpPr txBox="1"/>
          <p:nvPr/>
        </p:nvSpPr>
        <p:spPr>
          <a:xfrm>
            <a:off x="248437" y="898471"/>
            <a:ext cx="7005118" cy="4916795"/>
          </a:xfrm>
          <a:prstGeom prst="rect">
            <a:avLst/>
          </a:prstGeom>
          <a:noFill/>
          <a:ln>
            <a:noFill/>
          </a:ln>
        </p:spPr>
        <p:txBody>
          <a:bodyPr spcFirstLastPara="1" wrap="square" lIns="0" tIns="9525" rIns="0" bIns="0" anchor="t" anchorCtr="0">
            <a:spAutoFit/>
          </a:bodyPr>
          <a:lstStyle/>
          <a:p>
            <a:pPr marL="0" marR="0" lvl="0" indent="0" algn="l" rtl="0">
              <a:lnSpc>
                <a:spcPct val="100000"/>
              </a:lnSpc>
              <a:spcBef>
                <a:spcPts val="0"/>
              </a:spcBef>
              <a:spcAft>
                <a:spcPts val="0"/>
              </a:spcAft>
              <a:buClr>
                <a:srgbClr val="000000"/>
              </a:buClr>
              <a:buSzPts val="1988"/>
              <a:buFont typeface="Arial"/>
              <a:buNone/>
            </a:pPr>
            <a:endParaRPr sz="1988" b="0" i="0" u="none" strike="noStrike" cap="none">
              <a:solidFill>
                <a:srgbClr val="000000"/>
              </a:solidFill>
              <a:latin typeface="Calibri"/>
              <a:ea typeface="Calibri"/>
              <a:cs typeface="Calibri"/>
              <a:sym typeface="Calibri"/>
            </a:endParaRPr>
          </a:p>
          <a:p>
            <a:pPr marL="352425" marR="9525" lvl="0" indent="-304800" algn="just" rtl="0">
              <a:lnSpc>
                <a:spcPct val="100000"/>
              </a:lnSpc>
              <a:spcBef>
                <a:spcPts val="4"/>
              </a:spcBef>
              <a:spcAft>
                <a:spcPts val="0"/>
              </a:spcAft>
              <a:buClr>
                <a:srgbClr val="000000"/>
              </a:buClr>
              <a:buSzPts val="2500"/>
              <a:buFont typeface="Arial"/>
              <a:buChar char="•"/>
            </a:pPr>
            <a:r>
              <a:rPr lang="en-US" sz="2500" b="0" i="0" u="none" strike="noStrike" cap="none">
                <a:solidFill>
                  <a:srgbClr val="000000"/>
                </a:solidFill>
                <a:latin typeface="Calibri"/>
                <a:ea typeface="Calibri"/>
                <a:cs typeface="Calibri"/>
                <a:sym typeface="Calibri"/>
              </a:rPr>
              <a:t>Machine learning is important because it gives enterprises a </a:t>
            </a:r>
            <a:r>
              <a:rPr lang="en-US" sz="2500" b="1" i="0" u="none" strike="noStrike" cap="none">
                <a:solidFill>
                  <a:srgbClr val="000000"/>
                </a:solidFill>
                <a:latin typeface="Calibri"/>
                <a:ea typeface="Calibri"/>
                <a:cs typeface="Calibri"/>
                <a:sym typeface="Calibri"/>
              </a:rPr>
              <a:t>view of trends </a:t>
            </a:r>
            <a:r>
              <a:rPr lang="en-US" sz="2500" b="0" i="0" u="none" strike="noStrike" cap="none">
                <a:solidFill>
                  <a:srgbClr val="000000"/>
                </a:solidFill>
                <a:latin typeface="Calibri"/>
                <a:ea typeface="Calibri"/>
                <a:cs typeface="Calibri"/>
                <a:sym typeface="Calibri"/>
              </a:rPr>
              <a:t>in customer behaviour and business operational patterns, as well as supports the development of new products.</a:t>
            </a:r>
            <a:endParaRPr sz="25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500"/>
              <a:buFont typeface="Arial"/>
              <a:buNone/>
            </a:pPr>
            <a:endParaRPr sz="2500" b="0" i="0" u="none" strike="noStrike" cap="none">
              <a:solidFill>
                <a:srgbClr val="000000"/>
              </a:solidFill>
              <a:latin typeface="Calibri"/>
              <a:ea typeface="Calibri"/>
              <a:cs typeface="Calibri"/>
              <a:sym typeface="Calibri"/>
            </a:endParaRPr>
          </a:p>
          <a:p>
            <a:pPr marL="352425" marR="18574" lvl="0" indent="-304800" algn="just" rtl="0">
              <a:lnSpc>
                <a:spcPct val="100000"/>
              </a:lnSpc>
              <a:spcBef>
                <a:spcPts val="4"/>
              </a:spcBef>
              <a:spcAft>
                <a:spcPts val="0"/>
              </a:spcAft>
              <a:buClr>
                <a:srgbClr val="000000"/>
              </a:buClr>
              <a:buSzPts val="2500"/>
              <a:buFont typeface="Arial"/>
              <a:buChar char="•"/>
            </a:pPr>
            <a:r>
              <a:rPr lang="en-US" sz="2500" b="0" i="0" u="none" strike="noStrike" cap="none">
                <a:solidFill>
                  <a:srgbClr val="000000"/>
                </a:solidFill>
                <a:latin typeface="Calibri"/>
                <a:ea typeface="Calibri"/>
                <a:cs typeface="Calibri"/>
                <a:sym typeface="Calibri"/>
              </a:rPr>
              <a:t>Many of today's leading companies, such as </a:t>
            </a:r>
            <a:r>
              <a:rPr lang="en-US" sz="2500" b="1" i="0" u="none" strike="noStrike" cap="none">
                <a:solidFill>
                  <a:srgbClr val="000000"/>
                </a:solidFill>
                <a:latin typeface="Calibri"/>
                <a:ea typeface="Calibri"/>
                <a:cs typeface="Calibri"/>
                <a:sym typeface="Calibri"/>
              </a:rPr>
              <a:t>Facebook, Google  and Uber</a:t>
            </a:r>
            <a:r>
              <a:rPr lang="en-US" sz="2500" b="0" i="0" u="none" strike="noStrike" cap="none">
                <a:solidFill>
                  <a:srgbClr val="000000"/>
                </a:solidFill>
                <a:latin typeface="Calibri"/>
                <a:ea typeface="Calibri"/>
                <a:cs typeface="Calibri"/>
                <a:sym typeface="Calibri"/>
              </a:rPr>
              <a:t>, make machine learning a central part of their  operations.</a:t>
            </a:r>
            <a:endParaRPr sz="25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500"/>
              <a:buFont typeface="Arial"/>
              <a:buNone/>
            </a:pPr>
            <a:endParaRPr sz="2500" b="0" i="0" u="none" strike="noStrike" cap="none">
              <a:solidFill>
                <a:srgbClr val="000000"/>
              </a:solidFill>
              <a:latin typeface="Calibri"/>
              <a:ea typeface="Calibri"/>
              <a:cs typeface="Calibri"/>
              <a:sym typeface="Calibri"/>
            </a:endParaRPr>
          </a:p>
          <a:p>
            <a:pPr marL="352425" marR="3810" lvl="0" indent="-304800" algn="just" rtl="0">
              <a:lnSpc>
                <a:spcPct val="100000"/>
              </a:lnSpc>
              <a:spcBef>
                <a:spcPts val="4"/>
              </a:spcBef>
              <a:spcAft>
                <a:spcPts val="0"/>
              </a:spcAft>
              <a:buClr>
                <a:srgbClr val="000000"/>
              </a:buClr>
              <a:buSzPts val="2500"/>
              <a:buFont typeface="Arial"/>
              <a:buChar char="•"/>
            </a:pPr>
            <a:r>
              <a:rPr lang="en-US" sz="2500" b="0" i="0" u="none" strike="noStrike" cap="none">
                <a:solidFill>
                  <a:srgbClr val="000000"/>
                </a:solidFill>
                <a:latin typeface="Calibri"/>
                <a:ea typeface="Calibri"/>
                <a:cs typeface="Calibri"/>
                <a:sym typeface="Calibri"/>
              </a:rPr>
              <a:t>Machine learning has become a significant competitive  differentiator for many companies.</a:t>
            </a:r>
            <a:endParaRPr sz="25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rgbClr val="000000"/>
              </a:solidFill>
              <a:latin typeface="Calibri"/>
              <a:ea typeface="Calibri"/>
              <a:cs typeface="Calibri"/>
              <a:sym typeface="Calibri"/>
            </a:endParaRPr>
          </a:p>
        </p:txBody>
      </p:sp>
      <p:pic>
        <p:nvPicPr>
          <p:cNvPr id="287" name="Google Shape;287;p10"/>
          <p:cNvPicPr preferRelativeResize="0"/>
          <p:nvPr/>
        </p:nvPicPr>
        <p:blipFill rotWithShape="1">
          <a:blip r:embed="rId3">
            <a:alphaModFix/>
          </a:blip>
          <a:srcRect/>
          <a:stretch/>
        </p:blipFill>
        <p:spPr>
          <a:xfrm>
            <a:off x="8096036" y="1553966"/>
            <a:ext cx="3392588" cy="375006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11"/>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12</a:t>
            </a:fld>
            <a:endParaRPr/>
          </a:p>
        </p:txBody>
      </p:sp>
      <p:sp>
        <p:nvSpPr>
          <p:cNvPr id="294" name="Google Shape;294;p11"/>
          <p:cNvSpPr txBox="1"/>
          <p:nvPr/>
        </p:nvSpPr>
        <p:spPr>
          <a:xfrm>
            <a:off x="75513" y="948702"/>
            <a:ext cx="3818393" cy="5180264"/>
          </a:xfrm>
          <a:prstGeom prst="rect">
            <a:avLst/>
          </a:prstGeom>
          <a:noFill/>
          <a:ln>
            <a:noFill/>
          </a:ln>
        </p:spPr>
        <p:txBody>
          <a:bodyPr spcFirstLastPara="1" wrap="square" lIns="0" tIns="9525" rIns="0" bIns="0" anchor="t" anchorCtr="0">
            <a:spAutoFit/>
          </a:bodyPr>
          <a:lstStyle/>
          <a:p>
            <a:pPr marL="352425" marR="3810" lvl="0" indent="-342900" algn="just" rtl="0">
              <a:lnSpc>
                <a:spcPct val="100000"/>
              </a:lnSpc>
              <a:spcBef>
                <a:spcPts val="0"/>
              </a:spcBef>
              <a:spcAft>
                <a:spcPts val="0"/>
              </a:spcAft>
              <a:buClr>
                <a:srgbClr val="000000"/>
              </a:buClr>
              <a:buSzPts val="2400"/>
              <a:buFont typeface="Arial"/>
              <a:buChar char="•"/>
            </a:pPr>
            <a:r>
              <a:rPr lang="en-US" sz="2400" b="0" i="0" u="none" strike="noStrike" cap="none">
                <a:solidFill>
                  <a:srgbClr val="000000"/>
                </a:solidFill>
                <a:latin typeface="Calibri"/>
                <a:ea typeface="Calibri"/>
                <a:cs typeface="Calibri"/>
                <a:sym typeface="Calibri"/>
              </a:rPr>
              <a:t>Machine learning is a subset of AI which allows a machine to  automatically learn from past data without programming  explicitly.</a:t>
            </a:r>
            <a:endParaRPr sz="2400" b="0" i="0" u="none" strike="noStrike" cap="none">
              <a:solidFill>
                <a:srgbClr val="000000"/>
              </a:solidFill>
              <a:latin typeface="Calibri"/>
              <a:ea typeface="Calibri"/>
              <a:cs typeface="Calibri"/>
              <a:sym typeface="Calibri"/>
            </a:endParaRPr>
          </a:p>
          <a:p>
            <a:pPr marL="352425" marR="29051" lvl="0" indent="-342900" algn="just" rtl="0">
              <a:lnSpc>
                <a:spcPct val="100000"/>
              </a:lnSpc>
              <a:spcBef>
                <a:spcPts val="0"/>
              </a:spcBef>
              <a:spcAft>
                <a:spcPts val="0"/>
              </a:spcAft>
              <a:buClr>
                <a:srgbClr val="000000"/>
              </a:buClr>
              <a:buSzPts val="2400"/>
              <a:buFont typeface="Arial"/>
              <a:buChar char="•"/>
            </a:pPr>
            <a:r>
              <a:rPr lang="en-US" sz="2400" b="0" i="0" u="none" strike="noStrike" cap="none">
                <a:solidFill>
                  <a:srgbClr val="000000"/>
                </a:solidFill>
                <a:latin typeface="Calibri"/>
                <a:ea typeface="Calibri"/>
                <a:cs typeface="Calibri"/>
                <a:sym typeface="Calibri"/>
              </a:rPr>
              <a:t>The goal of AI is to make a smart computer system like humans  to solve complex problems.</a:t>
            </a:r>
            <a:endParaRPr sz="2400" b="0" i="0" u="none" strike="noStrike" cap="none">
              <a:solidFill>
                <a:srgbClr val="000000"/>
              </a:solidFill>
              <a:latin typeface="Calibri"/>
              <a:ea typeface="Calibri"/>
              <a:cs typeface="Calibri"/>
              <a:sym typeface="Calibri"/>
            </a:endParaRPr>
          </a:p>
          <a:p>
            <a:pPr marL="352425" marR="12859" lvl="0" indent="-342900" algn="just" rtl="0">
              <a:lnSpc>
                <a:spcPct val="100000"/>
              </a:lnSpc>
              <a:spcBef>
                <a:spcPts val="0"/>
              </a:spcBef>
              <a:spcAft>
                <a:spcPts val="0"/>
              </a:spcAft>
              <a:buClr>
                <a:srgbClr val="000000"/>
              </a:buClr>
              <a:buSzPts val="2400"/>
              <a:buFont typeface="Arial"/>
              <a:buChar char="•"/>
            </a:pPr>
            <a:r>
              <a:rPr lang="en-US" sz="2400" b="0" i="0" u="none" strike="noStrike" cap="none">
                <a:solidFill>
                  <a:srgbClr val="000000"/>
                </a:solidFill>
                <a:latin typeface="Calibri"/>
                <a:ea typeface="Calibri"/>
                <a:cs typeface="Calibri"/>
                <a:sym typeface="Calibri"/>
              </a:rPr>
              <a:t>The goal of ML is to allow machines to learn from data so that  they can give accurate output.</a:t>
            </a:r>
            <a:endParaRPr sz="2400" b="0" i="0" u="none" strike="noStrike" cap="none">
              <a:solidFill>
                <a:srgbClr val="000000"/>
              </a:solidFill>
              <a:latin typeface="Calibri"/>
              <a:ea typeface="Calibri"/>
              <a:cs typeface="Calibri"/>
              <a:sym typeface="Calibri"/>
            </a:endParaRPr>
          </a:p>
        </p:txBody>
      </p:sp>
      <p:pic>
        <p:nvPicPr>
          <p:cNvPr id="295" name="Google Shape;295;p11"/>
          <p:cNvPicPr preferRelativeResize="0"/>
          <p:nvPr/>
        </p:nvPicPr>
        <p:blipFill rotWithShape="1">
          <a:blip r:embed="rId3">
            <a:alphaModFix/>
          </a:blip>
          <a:srcRect/>
          <a:stretch/>
        </p:blipFill>
        <p:spPr>
          <a:xfrm>
            <a:off x="4483807" y="1119270"/>
            <a:ext cx="7468293" cy="4839128"/>
          </a:xfrm>
          <a:prstGeom prst="rect">
            <a:avLst/>
          </a:prstGeom>
          <a:noFill/>
          <a:ln>
            <a:noFill/>
          </a:ln>
        </p:spPr>
      </p:pic>
      <p:sp>
        <p:nvSpPr>
          <p:cNvPr id="296" name="Google Shape;296;p11"/>
          <p:cNvSpPr txBox="1">
            <a:spLocks noGrp="1"/>
          </p:cNvSpPr>
          <p:nvPr>
            <p:ph type="title"/>
          </p:nvPr>
        </p:nvSpPr>
        <p:spPr>
          <a:xfrm>
            <a:off x="174692" y="183352"/>
            <a:ext cx="11360700" cy="763500"/>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SzPts val="3200"/>
              <a:buFont typeface="IBM Plex Sans Condensed"/>
              <a:buNone/>
            </a:pPr>
            <a:r>
              <a:rPr lang="en-US">
                <a:solidFill>
                  <a:srgbClr val="9F5900"/>
                </a:solidFill>
              </a:rPr>
              <a:t>Relation between AI and ML</a:t>
            </a:r>
            <a:endParaRPr>
              <a:solidFill>
                <a:srgbClr val="9F59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12"/>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13</a:t>
            </a:fld>
            <a:endParaRPr/>
          </a:p>
        </p:txBody>
      </p:sp>
      <p:pic>
        <p:nvPicPr>
          <p:cNvPr id="302" name="Google Shape;302;p12"/>
          <p:cNvPicPr preferRelativeResize="0"/>
          <p:nvPr/>
        </p:nvPicPr>
        <p:blipFill rotWithShape="1">
          <a:blip r:embed="rId3">
            <a:alphaModFix/>
          </a:blip>
          <a:srcRect/>
          <a:stretch/>
        </p:blipFill>
        <p:spPr>
          <a:xfrm>
            <a:off x="739739" y="493159"/>
            <a:ext cx="10376899" cy="573297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13"/>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14</a:t>
            </a:fld>
            <a:endParaRPr/>
          </a:p>
        </p:txBody>
      </p:sp>
      <p:sp>
        <p:nvSpPr>
          <p:cNvPr id="309" name="Google Shape;309;p13"/>
          <p:cNvSpPr txBox="1">
            <a:spLocks noGrp="1"/>
          </p:cNvSpPr>
          <p:nvPr>
            <p:ph type="title"/>
          </p:nvPr>
        </p:nvSpPr>
        <p:spPr>
          <a:xfrm>
            <a:off x="174692" y="183352"/>
            <a:ext cx="11360700" cy="763500"/>
          </a:xfrm>
          <a:prstGeom prst="rect">
            <a:avLst/>
          </a:prstGeom>
          <a:noFill/>
          <a:ln>
            <a:noFill/>
          </a:ln>
        </p:spPr>
        <p:txBody>
          <a:bodyPr spcFirstLastPara="1" wrap="square" lIns="121900" tIns="121900" rIns="121900" bIns="121900" anchor="t" anchorCtr="0">
            <a:noAutofit/>
          </a:bodyPr>
          <a:lstStyle/>
          <a:p>
            <a:pPr marL="9525" marR="0" lvl="0" indent="0" algn="l" rtl="0">
              <a:lnSpc>
                <a:spcPct val="100000"/>
              </a:lnSpc>
              <a:spcBef>
                <a:spcPts val="75"/>
              </a:spcBef>
              <a:spcAft>
                <a:spcPts val="0"/>
              </a:spcAft>
              <a:buClr>
                <a:srgbClr val="C55A11"/>
              </a:buClr>
              <a:buSzPts val="2800"/>
              <a:buFont typeface="Arial"/>
              <a:buNone/>
            </a:pPr>
            <a:r>
              <a:rPr lang="en-US" sz="2800" b="1" i="0" u="none" strike="noStrike" cap="none">
                <a:solidFill>
                  <a:srgbClr val="C55A11"/>
                </a:solidFill>
                <a:latin typeface="Calibri"/>
                <a:ea typeface="Calibri"/>
                <a:cs typeface="Calibri"/>
                <a:sym typeface="Calibri"/>
              </a:rPr>
              <a:t>AI vs. ML</a:t>
            </a:r>
            <a:endParaRPr sz="2800" b="0" i="0" u="none" strike="noStrike" cap="none">
              <a:solidFill>
                <a:srgbClr val="000000"/>
              </a:solidFill>
              <a:latin typeface="Calibri"/>
              <a:ea typeface="Calibri"/>
              <a:cs typeface="Calibri"/>
              <a:sym typeface="Calibri"/>
            </a:endParaRPr>
          </a:p>
        </p:txBody>
      </p:sp>
      <p:grpSp>
        <p:nvGrpSpPr>
          <p:cNvPr id="310" name="Google Shape;310;p13"/>
          <p:cNvGrpSpPr/>
          <p:nvPr/>
        </p:nvGrpSpPr>
        <p:grpSpPr>
          <a:xfrm>
            <a:off x="711441" y="1170860"/>
            <a:ext cx="9929812" cy="4516214"/>
            <a:chOff x="519358" y="2554177"/>
            <a:chExt cx="13239749" cy="6021619"/>
          </a:xfrm>
        </p:grpSpPr>
        <p:pic>
          <p:nvPicPr>
            <p:cNvPr id="311" name="Google Shape;311;p13"/>
            <p:cNvPicPr preferRelativeResize="0"/>
            <p:nvPr/>
          </p:nvPicPr>
          <p:blipFill rotWithShape="1">
            <a:blip r:embed="rId3">
              <a:alphaModFix/>
            </a:blip>
            <a:srcRect/>
            <a:stretch/>
          </p:blipFill>
          <p:spPr>
            <a:xfrm>
              <a:off x="519358" y="2637769"/>
              <a:ext cx="13087349" cy="5671437"/>
            </a:xfrm>
            <a:prstGeom prst="rect">
              <a:avLst/>
            </a:prstGeom>
            <a:noFill/>
            <a:ln>
              <a:noFill/>
            </a:ln>
          </p:spPr>
        </p:pic>
        <p:pic>
          <p:nvPicPr>
            <p:cNvPr id="312" name="Google Shape;312;p13"/>
            <p:cNvPicPr preferRelativeResize="0"/>
            <p:nvPr/>
          </p:nvPicPr>
          <p:blipFill rotWithShape="1">
            <a:blip r:embed="rId4">
              <a:alphaModFix/>
            </a:blip>
            <a:srcRect/>
            <a:stretch/>
          </p:blipFill>
          <p:spPr>
            <a:xfrm>
              <a:off x="624133" y="2554177"/>
              <a:ext cx="13134974" cy="6021619"/>
            </a:xfrm>
            <a:prstGeom prst="rect">
              <a:avLst/>
            </a:prstGeom>
            <a:noFill/>
            <a:ln>
              <a:noFill/>
            </a:ln>
          </p:spPr>
        </p:pic>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14"/>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15</a:t>
            </a:fld>
            <a:endParaRPr/>
          </a:p>
        </p:txBody>
      </p:sp>
      <p:sp>
        <p:nvSpPr>
          <p:cNvPr id="319" name="Google Shape;319;p14"/>
          <p:cNvSpPr txBox="1">
            <a:spLocks noGrp="1"/>
          </p:cNvSpPr>
          <p:nvPr>
            <p:ph type="title"/>
          </p:nvPr>
        </p:nvSpPr>
        <p:spPr>
          <a:xfrm>
            <a:off x="174692" y="183352"/>
            <a:ext cx="11360700" cy="576936"/>
          </a:xfrm>
          <a:prstGeom prst="rect">
            <a:avLst/>
          </a:prstGeom>
          <a:noFill/>
          <a:ln>
            <a:noFill/>
          </a:ln>
        </p:spPr>
        <p:txBody>
          <a:bodyPr spcFirstLastPara="1" wrap="square" lIns="121900" tIns="121900" rIns="121900" bIns="121900" anchor="t" anchorCtr="0">
            <a:noAutofit/>
          </a:bodyPr>
          <a:lstStyle/>
          <a:p>
            <a:pPr marL="9525" marR="0" lvl="0" indent="0" algn="l" rtl="0">
              <a:lnSpc>
                <a:spcPct val="100000"/>
              </a:lnSpc>
              <a:spcBef>
                <a:spcPts val="75"/>
              </a:spcBef>
              <a:spcAft>
                <a:spcPts val="0"/>
              </a:spcAft>
              <a:buClr>
                <a:srgbClr val="C55A11"/>
              </a:buClr>
              <a:buSzPts val="3200"/>
              <a:buFont typeface="Arial"/>
              <a:buNone/>
            </a:pPr>
            <a:r>
              <a:rPr lang="en-US" b="1" i="0" u="none" strike="noStrike" cap="none">
                <a:solidFill>
                  <a:srgbClr val="C55A11"/>
                </a:solidFill>
                <a:latin typeface="Calibri"/>
                <a:ea typeface="Calibri"/>
                <a:cs typeface="Calibri"/>
                <a:sym typeface="Calibri"/>
              </a:rPr>
              <a:t>Features of Machine Learning</a:t>
            </a:r>
            <a:endParaRPr b="0" i="0" u="none" strike="noStrike" cap="none">
              <a:solidFill>
                <a:srgbClr val="000000"/>
              </a:solidFill>
              <a:latin typeface="Calibri"/>
              <a:ea typeface="Calibri"/>
              <a:cs typeface="Calibri"/>
              <a:sym typeface="Calibri"/>
            </a:endParaRPr>
          </a:p>
        </p:txBody>
      </p:sp>
      <p:pic>
        <p:nvPicPr>
          <p:cNvPr id="320" name="Google Shape;320;p14"/>
          <p:cNvPicPr preferRelativeResize="0"/>
          <p:nvPr/>
        </p:nvPicPr>
        <p:blipFill rotWithShape="1">
          <a:blip r:embed="rId3">
            <a:alphaModFix/>
          </a:blip>
          <a:srcRect/>
          <a:stretch/>
        </p:blipFill>
        <p:spPr>
          <a:xfrm>
            <a:off x="852755" y="760288"/>
            <a:ext cx="9729627" cy="55117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pic>
        <p:nvPicPr>
          <p:cNvPr id="325" name="Google Shape;325;p15"/>
          <p:cNvPicPr preferRelativeResize="0"/>
          <p:nvPr/>
        </p:nvPicPr>
        <p:blipFill rotWithShape="1">
          <a:blip r:embed="rId3">
            <a:alphaModFix/>
          </a:blip>
          <a:srcRect/>
          <a:stretch/>
        </p:blipFill>
        <p:spPr>
          <a:xfrm>
            <a:off x="1807076" y="986118"/>
            <a:ext cx="8577849" cy="4885764"/>
          </a:xfrm>
          <a:prstGeom prst="rect">
            <a:avLst/>
          </a:prstGeom>
          <a:noFill/>
          <a:ln>
            <a:noFill/>
          </a:ln>
        </p:spPr>
      </p:pic>
      <p:sp>
        <p:nvSpPr>
          <p:cNvPr id="326" name="Google Shape;326;p15"/>
          <p:cNvSpPr txBox="1"/>
          <p:nvPr/>
        </p:nvSpPr>
        <p:spPr>
          <a:xfrm>
            <a:off x="1807075" y="5904540"/>
            <a:ext cx="1654628"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K-NN</a:t>
            </a:r>
            <a:endParaRPr sz="1400" b="0" i="0" u="none" strike="noStrike" cap="none">
              <a:solidFill>
                <a:srgbClr val="000000"/>
              </a:solidFill>
              <a:latin typeface="Arial"/>
              <a:ea typeface="Arial"/>
              <a:cs typeface="Arial"/>
              <a:sym typeface="Arial"/>
            </a:endParaRPr>
          </a:p>
        </p:txBody>
      </p:sp>
      <p:sp>
        <p:nvSpPr>
          <p:cNvPr id="327" name="Google Shape;327;p15"/>
          <p:cNvSpPr txBox="1"/>
          <p:nvPr/>
        </p:nvSpPr>
        <p:spPr>
          <a:xfrm>
            <a:off x="4855076" y="5915424"/>
            <a:ext cx="1654628"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Arial"/>
                <a:ea typeface="Arial"/>
                <a:cs typeface="Arial"/>
                <a:sym typeface="Arial"/>
              </a:rPr>
              <a:t>K-means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pic>
        <p:nvPicPr>
          <p:cNvPr id="332" name="Google Shape;332;p16"/>
          <p:cNvPicPr preferRelativeResize="0"/>
          <p:nvPr/>
        </p:nvPicPr>
        <p:blipFill rotWithShape="1">
          <a:blip r:embed="rId3">
            <a:alphaModFix/>
          </a:blip>
          <a:srcRect/>
          <a:stretch/>
        </p:blipFill>
        <p:spPr>
          <a:xfrm>
            <a:off x="1626742" y="3811712"/>
            <a:ext cx="9144000" cy="2743200"/>
          </a:xfrm>
          <a:prstGeom prst="rect">
            <a:avLst/>
          </a:prstGeom>
          <a:noFill/>
          <a:ln>
            <a:noFill/>
          </a:ln>
        </p:spPr>
      </p:pic>
      <p:sp>
        <p:nvSpPr>
          <p:cNvPr id="333" name="Google Shape;333;p16"/>
          <p:cNvSpPr txBox="1"/>
          <p:nvPr/>
        </p:nvSpPr>
        <p:spPr>
          <a:xfrm>
            <a:off x="167098" y="303088"/>
            <a:ext cx="7805057"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rgbClr val="CC3399"/>
                </a:solidFill>
                <a:latin typeface="Arial"/>
                <a:ea typeface="Arial"/>
                <a:cs typeface="Arial"/>
                <a:sym typeface="Arial"/>
              </a:rPr>
              <a:t>1)Supervised Machine Learning</a:t>
            </a:r>
            <a:endParaRPr sz="3200" b="1" i="0" u="none" strike="noStrike" cap="none">
              <a:solidFill>
                <a:srgbClr val="CC3399"/>
              </a:solidFill>
              <a:latin typeface="Arial"/>
              <a:ea typeface="Arial"/>
              <a:cs typeface="Arial"/>
              <a:sym typeface="Arial"/>
            </a:endParaRPr>
          </a:p>
        </p:txBody>
      </p:sp>
      <p:pic>
        <p:nvPicPr>
          <p:cNvPr id="334" name="Google Shape;334;p16"/>
          <p:cNvPicPr preferRelativeResize="0"/>
          <p:nvPr/>
        </p:nvPicPr>
        <p:blipFill rotWithShape="1">
          <a:blip r:embed="rId4">
            <a:alphaModFix/>
          </a:blip>
          <a:srcRect/>
          <a:stretch/>
        </p:blipFill>
        <p:spPr>
          <a:xfrm>
            <a:off x="1524000" y="949419"/>
            <a:ext cx="8919396" cy="283888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34"/>
                                        </p:tgtEl>
                                        <p:attrNameLst>
                                          <p:attrName>style.visibility</p:attrName>
                                        </p:attrNameLst>
                                      </p:cBhvr>
                                      <p:to>
                                        <p:strVal val="visible"/>
                                      </p:to>
                                    </p:set>
                                    <p:anim calcmode="lin" valueType="num">
                                      <p:cBhvr additive="base">
                                        <p:cTn id="7" dur="500"/>
                                        <p:tgtEl>
                                          <p:spTgt spid="334"/>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32"/>
                                        </p:tgtEl>
                                        <p:attrNameLst>
                                          <p:attrName>style.visibility</p:attrName>
                                        </p:attrNameLst>
                                      </p:cBhvr>
                                      <p:to>
                                        <p:strVal val="visible"/>
                                      </p:to>
                                    </p:set>
                                    <p:anim calcmode="lin" valueType="num">
                                      <p:cBhvr additive="base">
                                        <p:cTn id="12" dur="500"/>
                                        <p:tgtEl>
                                          <p:spTgt spid="3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pic>
        <p:nvPicPr>
          <p:cNvPr id="339" name="Google Shape;339;p17"/>
          <p:cNvPicPr preferRelativeResize="0"/>
          <p:nvPr/>
        </p:nvPicPr>
        <p:blipFill rotWithShape="1">
          <a:blip r:embed="rId3">
            <a:alphaModFix/>
          </a:blip>
          <a:srcRect/>
          <a:stretch/>
        </p:blipFill>
        <p:spPr>
          <a:xfrm>
            <a:off x="1075414" y="3244065"/>
            <a:ext cx="9116550" cy="2154637"/>
          </a:xfrm>
          <a:prstGeom prst="rect">
            <a:avLst/>
          </a:prstGeom>
          <a:noFill/>
          <a:ln>
            <a:noFill/>
          </a:ln>
        </p:spPr>
      </p:pic>
      <p:pic>
        <p:nvPicPr>
          <p:cNvPr id="340" name="Google Shape;340;p17"/>
          <p:cNvPicPr preferRelativeResize="0"/>
          <p:nvPr/>
        </p:nvPicPr>
        <p:blipFill rotWithShape="1">
          <a:blip r:embed="rId4">
            <a:alphaModFix/>
          </a:blip>
          <a:srcRect/>
          <a:stretch/>
        </p:blipFill>
        <p:spPr>
          <a:xfrm>
            <a:off x="4102814" y="1142063"/>
            <a:ext cx="3517385" cy="188033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40"/>
                                        </p:tgtEl>
                                        <p:attrNameLst>
                                          <p:attrName>style.visibility</p:attrName>
                                        </p:attrNameLst>
                                      </p:cBhvr>
                                      <p:to>
                                        <p:strVal val="visible"/>
                                      </p:to>
                                    </p:set>
                                    <p:anim calcmode="lin" valueType="num">
                                      <p:cBhvr additive="base">
                                        <p:cTn id="7" dur="500"/>
                                        <p:tgtEl>
                                          <p:spTgt spid="3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pic>
        <p:nvPicPr>
          <p:cNvPr id="345" name="Google Shape;345;p18"/>
          <p:cNvPicPr preferRelativeResize="0"/>
          <p:nvPr/>
        </p:nvPicPr>
        <p:blipFill rotWithShape="1">
          <a:blip r:embed="rId3">
            <a:alphaModFix/>
          </a:blip>
          <a:srcRect/>
          <a:stretch/>
        </p:blipFill>
        <p:spPr>
          <a:xfrm>
            <a:off x="2685318" y="3287486"/>
            <a:ext cx="6338940" cy="3570514"/>
          </a:xfrm>
          <a:prstGeom prst="rect">
            <a:avLst/>
          </a:prstGeom>
          <a:noFill/>
          <a:ln>
            <a:noFill/>
          </a:ln>
        </p:spPr>
      </p:pic>
      <p:sp>
        <p:nvSpPr>
          <p:cNvPr id="346" name="Google Shape;346;p18"/>
          <p:cNvSpPr txBox="1"/>
          <p:nvPr/>
        </p:nvSpPr>
        <p:spPr>
          <a:xfrm>
            <a:off x="8915401" y="3777343"/>
            <a:ext cx="1255601"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Cluster 1</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Fruits-A</a:t>
            </a:r>
            <a:endParaRPr sz="1400" b="1" i="0" u="none" strike="noStrike" cap="none">
              <a:solidFill>
                <a:srgbClr val="000000"/>
              </a:solidFill>
              <a:latin typeface="Arial"/>
              <a:ea typeface="Arial"/>
              <a:cs typeface="Arial"/>
              <a:sym typeface="Arial"/>
            </a:endParaRPr>
          </a:p>
        </p:txBody>
      </p:sp>
      <p:sp>
        <p:nvSpPr>
          <p:cNvPr id="347" name="Google Shape;347;p18"/>
          <p:cNvSpPr txBox="1"/>
          <p:nvPr/>
        </p:nvSpPr>
        <p:spPr>
          <a:xfrm>
            <a:off x="8980715" y="4691744"/>
            <a:ext cx="1255601"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Cluster 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Fruits-B</a:t>
            </a:r>
            <a:endParaRPr sz="1400" b="1" i="0" u="none" strike="noStrike" cap="none">
              <a:solidFill>
                <a:srgbClr val="000000"/>
              </a:solidFill>
              <a:latin typeface="Arial"/>
              <a:ea typeface="Arial"/>
              <a:cs typeface="Arial"/>
              <a:sym typeface="Arial"/>
            </a:endParaRPr>
          </a:p>
        </p:txBody>
      </p:sp>
      <p:sp>
        <p:nvSpPr>
          <p:cNvPr id="348" name="Google Shape;348;p18"/>
          <p:cNvSpPr txBox="1"/>
          <p:nvPr/>
        </p:nvSpPr>
        <p:spPr>
          <a:xfrm>
            <a:off x="9089571" y="5715001"/>
            <a:ext cx="1255601"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Cluster 3</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Arial"/>
                <a:ea typeface="Arial"/>
                <a:cs typeface="Arial"/>
                <a:sym typeface="Arial"/>
              </a:rPr>
              <a:t>Fruits-C</a:t>
            </a:r>
            <a:endParaRPr sz="1400" b="1" i="0" u="none" strike="noStrike" cap="none">
              <a:solidFill>
                <a:srgbClr val="000000"/>
              </a:solidFill>
              <a:latin typeface="Arial"/>
              <a:ea typeface="Arial"/>
              <a:cs typeface="Arial"/>
              <a:sym typeface="Arial"/>
            </a:endParaRPr>
          </a:p>
        </p:txBody>
      </p:sp>
      <p:pic>
        <p:nvPicPr>
          <p:cNvPr id="349" name="Google Shape;349;p18"/>
          <p:cNvPicPr preferRelativeResize="0"/>
          <p:nvPr/>
        </p:nvPicPr>
        <p:blipFill rotWithShape="1">
          <a:blip r:embed="rId4">
            <a:alphaModFix/>
          </a:blip>
          <a:srcRect/>
          <a:stretch/>
        </p:blipFill>
        <p:spPr>
          <a:xfrm>
            <a:off x="1201172" y="1007084"/>
            <a:ext cx="9144000" cy="2254446"/>
          </a:xfrm>
          <a:prstGeom prst="rect">
            <a:avLst/>
          </a:prstGeom>
          <a:noFill/>
          <a:ln>
            <a:noFill/>
          </a:ln>
        </p:spPr>
      </p:pic>
      <p:sp>
        <p:nvSpPr>
          <p:cNvPr id="350" name="Google Shape;350;p18"/>
          <p:cNvSpPr txBox="1"/>
          <p:nvPr/>
        </p:nvSpPr>
        <p:spPr>
          <a:xfrm>
            <a:off x="329651" y="386709"/>
            <a:ext cx="7805057"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rgbClr val="CC3399"/>
                </a:solidFill>
                <a:latin typeface="Arial"/>
                <a:ea typeface="Arial"/>
                <a:cs typeface="Arial"/>
                <a:sym typeface="Arial"/>
              </a:rPr>
              <a:t>2)Unsupervised Machine Learning</a:t>
            </a:r>
            <a:endParaRPr sz="3200" b="1" i="0" u="none" strike="noStrike" cap="none">
              <a:solidFill>
                <a:srgbClr val="CC3399"/>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49"/>
                                        </p:tgtEl>
                                        <p:attrNameLst>
                                          <p:attrName>style.visibility</p:attrName>
                                        </p:attrNameLst>
                                      </p:cBhvr>
                                      <p:to>
                                        <p:strVal val="visible"/>
                                      </p:to>
                                    </p:set>
                                    <p:anim calcmode="lin" valueType="num">
                                      <p:cBhvr additive="base">
                                        <p:cTn id="7" dur="500"/>
                                        <p:tgtEl>
                                          <p:spTgt spid="349"/>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45"/>
                                        </p:tgtEl>
                                        <p:attrNameLst>
                                          <p:attrName>style.visibility</p:attrName>
                                        </p:attrNameLst>
                                      </p:cBhvr>
                                      <p:to>
                                        <p:strVal val="visible"/>
                                      </p:to>
                                    </p:set>
                                    <p:anim calcmode="lin" valueType="num">
                                      <p:cBhvr additive="base">
                                        <p:cTn id="12" dur="500"/>
                                        <p:tgtEl>
                                          <p:spTgt spid="345"/>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46"/>
                                        </p:tgtEl>
                                        <p:attrNameLst>
                                          <p:attrName>style.visibility</p:attrName>
                                        </p:attrNameLst>
                                      </p:cBhvr>
                                      <p:to>
                                        <p:strVal val="visible"/>
                                      </p:to>
                                    </p:set>
                                    <p:anim calcmode="lin" valueType="num">
                                      <p:cBhvr additive="base">
                                        <p:cTn id="17" dur="500"/>
                                        <p:tgtEl>
                                          <p:spTgt spid="346"/>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347"/>
                                        </p:tgtEl>
                                        <p:attrNameLst>
                                          <p:attrName>style.visibility</p:attrName>
                                        </p:attrNameLst>
                                      </p:cBhvr>
                                      <p:to>
                                        <p:strVal val="visible"/>
                                      </p:to>
                                    </p:set>
                                    <p:anim calcmode="lin" valueType="num">
                                      <p:cBhvr additive="base">
                                        <p:cTn id="22" dur="500"/>
                                        <p:tgtEl>
                                          <p:spTgt spid="347"/>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48"/>
                                        </p:tgtEl>
                                        <p:attrNameLst>
                                          <p:attrName>style.visibility</p:attrName>
                                        </p:attrNameLst>
                                      </p:cBhvr>
                                      <p:to>
                                        <p:strVal val="visible"/>
                                      </p:to>
                                    </p:set>
                                    <p:anim calcmode="lin" valueType="num">
                                      <p:cBhvr additive="base">
                                        <p:cTn id="27" dur="500"/>
                                        <p:tgtEl>
                                          <p:spTgt spid="34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19"/>
          <p:cNvSpPr txBox="1">
            <a:spLocks noGrp="1"/>
          </p:cNvSpPr>
          <p:nvPr>
            <p:ph type="title"/>
          </p:nvPr>
        </p:nvSpPr>
        <p:spPr>
          <a:xfrm>
            <a:off x="415600" y="593367"/>
            <a:ext cx="11360800" cy="7635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2800"/>
              <a:buNone/>
            </a:pPr>
            <a:endParaRPr/>
          </a:p>
        </p:txBody>
      </p:sp>
      <p:pic>
        <p:nvPicPr>
          <p:cNvPr id="356" name="Google Shape;356;p19"/>
          <p:cNvPicPr preferRelativeResize="0"/>
          <p:nvPr/>
        </p:nvPicPr>
        <p:blipFill rotWithShape="1">
          <a:blip r:embed="rId3">
            <a:alphaModFix/>
          </a:blip>
          <a:srcRect/>
          <a:stretch/>
        </p:blipFill>
        <p:spPr>
          <a:xfrm>
            <a:off x="1524001" y="1716360"/>
            <a:ext cx="8926286" cy="284475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pic>
        <p:nvPicPr>
          <p:cNvPr id="361" name="Google Shape;361;p20"/>
          <p:cNvPicPr preferRelativeResize="0"/>
          <p:nvPr/>
        </p:nvPicPr>
        <p:blipFill rotWithShape="1">
          <a:blip r:embed="rId3">
            <a:alphaModFix/>
          </a:blip>
          <a:srcRect/>
          <a:stretch/>
        </p:blipFill>
        <p:spPr>
          <a:xfrm>
            <a:off x="2525487" y="3593666"/>
            <a:ext cx="6691649" cy="2444851"/>
          </a:xfrm>
          <a:prstGeom prst="rect">
            <a:avLst/>
          </a:prstGeom>
          <a:noFill/>
          <a:ln>
            <a:noFill/>
          </a:ln>
        </p:spPr>
      </p:pic>
      <p:pic>
        <p:nvPicPr>
          <p:cNvPr id="362" name="Google Shape;362;p20"/>
          <p:cNvPicPr preferRelativeResize="0"/>
          <p:nvPr/>
        </p:nvPicPr>
        <p:blipFill rotWithShape="1">
          <a:blip r:embed="rId4">
            <a:alphaModFix/>
          </a:blip>
          <a:srcRect/>
          <a:stretch/>
        </p:blipFill>
        <p:spPr>
          <a:xfrm>
            <a:off x="1524000" y="1236285"/>
            <a:ext cx="8980714" cy="2028050"/>
          </a:xfrm>
          <a:prstGeom prst="rect">
            <a:avLst/>
          </a:prstGeom>
          <a:noFill/>
          <a:ln>
            <a:noFill/>
          </a:ln>
        </p:spPr>
      </p:pic>
      <p:sp>
        <p:nvSpPr>
          <p:cNvPr id="363" name="Google Shape;363;p20"/>
          <p:cNvSpPr txBox="1"/>
          <p:nvPr/>
        </p:nvSpPr>
        <p:spPr>
          <a:xfrm>
            <a:off x="288554" y="496317"/>
            <a:ext cx="7805057"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1" i="0" u="none" strike="noStrike" cap="none">
                <a:solidFill>
                  <a:srgbClr val="CC3399"/>
                </a:solidFill>
                <a:latin typeface="Arial"/>
                <a:ea typeface="Arial"/>
                <a:cs typeface="Arial"/>
                <a:sym typeface="Arial"/>
              </a:rPr>
              <a:t>3) Reinforcement Learning</a:t>
            </a:r>
            <a:endParaRPr sz="3200" b="1" i="0" u="none" strike="noStrike" cap="none">
              <a:solidFill>
                <a:srgbClr val="CC3399"/>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62"/>
                                        </p:tgtEl>
                                        <p:attrNameLst>
                                          <p:attrName>style.visibility</p:attrName>
                                        </p:attrNameLst>
                                      </p:cBhvr>
                                      <p:to>
                                        <p:strVal val="visible"/>
                                      </p:to>
                                    </p:set>
                                    <p:anim calcmode="lin" valueType="num">
                                      <p:cBhvr additive="base">
                                        <p:cTn id="7" dur="500"/>
                                        <p:tgtEl>
                                          <p:spTgt spid="362"/>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61"/>
                                        </p:tgtEl>
                                        <p:attrNameLst>
                                          <p:attrName>style.visibility</p:attrName>
                                        </p:attrNameLst>
                                      </p:cBhvr>
                                      <p:to>
                                        <p:strVal val="visible"/>
                                      </p:to>
                                    </p:set>
                                    <p:anim calcmode="lin" valueType="num">
                                      <p:cBhvr additive="base">
                                        <p:cTn id="12" dur="500"/>
                                        <p:tgtEl>
                                          <p:spTgt spid="36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21"/>
          <p:cNvSpPr txBox="1">
            <a:spLocks noGrp="1"/>
          </p:cNvSpPr>
          <p:nvPr>
            <p:ph type="title"/>
          </p:nvPr>
        </p:nvSpPr>
        <p:spPr>
          <a:xfrm>
            <a:off x="569712" y="350880"/>
            <a:ext cx="11360800" cy="614891"/>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7030A0"/>
              </a:buClr>
              <a:buSzPts val="2800"/>
              <a:buNone/>
            </a:pPr>
            <a:r>
              <a:rPr lang="en-US">
                <a:solidFill>
                  <a:srgbClr val="7030A0"/>
                </a:solidFill>
              </a:rPr>
              <a:t>Reinforcement Learning</a:t>
            </a:r>
            <a:endParaRPr/>
          </a:p>
        </p:txBody>
      </p:sp>
      <p:pic>
        <p:nvPicPr>
          <p:cNvPr id="369" name="Google Shape;369;p21"/>
          <p:cNvPicPr preferRelativeResize="0"/>
          <p:nvPr/>
        </p:nvPicPr>
        <p:blipFill rotWithShape="1">
          <a:blip r:embed="rId3">
            <a:alphaModFix/>
          </a:blip>
          <a:srcRect/>
          <a:stretch/>
        </p:blipFill>
        <p:spPr>
          <a:xfrm>
            <a:off x="474151" y="842481"/>
            <a:ext cx="10406181" cy="2819400"/>
          </a:xfrm>
          <a:prstGeom prst="rect">
            <a:avLst/>
          </a:prstGeom>
          <a:noFill/>
          <a:ln>
            <a:noFill/>
          </a:ln>
        </p:spPr>
      </p:pic>
      <p:sp>
        <p:nvSpPr>
          <p:cNvPr id="370" name="Google Shape;370;p21"/>
          <p:cNvSpPr txBox="1"/>
          <p:nvPr/>
        </p:nvSpPr>
        <p:spPr>
          <a:xfrm>
            <a:off x="474152" y="3896411"/>
            <a:ext cx="10406180" cy="1877437"/>
          </a:xfrm>
          <a:prstGeom prst="rect">
            <a:avLst/>
          </a:prstGeom>
          <a:noFill/>
          <a:ln>
            <a:noFill/>
          </a:ln>
        </p:spPr>
        <p:txBody>
          <a:bodyPr spcFirstLastPara="1" wrap="square" lIns="91425" tIns="45700" rIns="91425" bIns="45700" anchor="t" anchorCtr="0">
            <a:spAutoFit/>
          </a:bodyPr>
          <a:lstStyle/>
          <a:p>
            <a:pPr marL="9049" marR="0" lvl="0" indent="0" algn="l" rtl="0">
              <a:lnSpc>
                <a:spcPct val="100000"/>
              </a:lnSpc>
              <a:spcBef>
                <a:spcPts val="0"/>
              </a:spcBef>
              <a:spcAft>
                <a:spcPts val="0"/>
              </a:spcAft>
              <a:buClr>
                <a:srgbClr val="CC3399"/>
              </a:buClr>
              <a:buSzPts val="3200"/>
              <a:buFont typeface="Arial"/>
              <a:buNone/>
            </a:pPr>
            <a:r>
              <a:rPr lang="en-US" sz="3200" b="1" i="0" u="none" strike="noStrike" cap="none">
                <a:solidFill>
                  <a:srgbClr val="CC3399"/>
                </a:solidFill>
                <a:latin typeface="Arial"/>
                <a:ea typeface="Arial"/>
                <a:cs typeface="Arial"/>
                <a:sym typeface="Arial"/>
              </a:rPr>
              <a:t>4) Semi-Supervised Learning: </a:t>
            </a:r>
            <a:endParaRPr sz="1400" b="0" i="0" u="none" strike="noStrike" cap="none">
              <a:solidFill>
                <a:srgbClr val="000000"/>
              </a:solidFill>
              <a:latin typeface="Arial"/>
              <a:ea typeface="Arial"/>
              <a:cs typeface="Arial"/>
              <a:sym typeface="Arial"/>
            </a:endParaRPr>
          </a:p>
          <a:p>
            <a:pPr marL="466249" marR="3810" lvl="0" indent="-457200" algn="just" rtl="0">
              <a:lnSpc>
                <a:spcPct val="100000"/>
              </a:lnSpc>
              <a:spcBef>
                <a:spcPts val="0"/>
              </a:spcBef>
              <a:spcAft>
                <a:spcPts val="0"/>
              </a:spcAft>
              <a:buClr>
                <a:srgbClr val="000000"/>
              </a:buClr>
              <a:buSzPts val="2800"/>
              <a:buFont typeface="Arial"/>
              <a:buChar char="•"/>
            </a:pPr>
            <a:r>
              <a:rPr lang="en-US" sz="2800" b="0" i="0" u="none" strike="noStrike" cap="none">
                <a:solidFill>
                  <a:srgbClr val="000000"/>
                </a:solidFill>
                <a:latin typeface="Arial"/>
                <a:ea typeface="Arial"/>
                <a:cs typeface="Arial"/>
                <a:sym typeface="Arial"/>
              </a:rPr>
              <a:t>This type </a:t>
            </a:r>
            <a:r>
              <a:rPr lang="en-US" sz="2800" b="1" i="0" u="none" strike="noStrike" cap="none">
                <a:solidFill>
                  <a:srgbClr val="000000"/>
                </a:solidFill>
                <a:latin typeface="Arial"/>
                <a:ea typeface="Arial"/>
                <a:cs typeface="Arial"/>
                <a:sym typeface="Arial"/>
              </a:rPr>
              <a:t>combines elements of both  supervised and unsupervised learning</a:t>
            </a:r>
            <a:r>
              <a:rPr lang="en-US" sz="2800" b="0" i="0" u="none" strike="noStrike" cap="none">
                <a:solidFill>
                  <a:srgbClr val="000000"/>
                </a:solidFill>
                <a:latin typeface="Arial"/>
                <a:ea typeface="Arial"/>
                <a:cs typeface="Arial"/>
                <a:sym typeface="Arial"/>
              </a:rPr>
              <a:t>. It uses a small labeled dataset  along with a larger unlabeled dataset to improve learning accuracy.</a:t>
            </a:r>
            <a:endParaRPr sz="28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69"/>
                                        </p:tgtEl>
                                        <p:attrNameLst>
                                          <p:attrName>style.visibility</p:attrName>
                                        </p:attrNameLst>
                                      </p:cBhvr>
                                      <p:to>
                                        <p:strVal val="visible"/>
                                      </p:to>
                                    </p:set>
                                    <p:anim calcmode="lin" valueType="num">
                                      <p:cBhvr additive="base">
                                        <p:cTn id="7" dur="500"/>
                                        <p:tgtEl>
                                          <p:spTgt spid="36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Shape 374"/>
        <p:cNvGrpSpPr/>
        <p:nvPr/>
      </p:nvGrpSpPr>
      <p:grpSpPr>
        <a:xfrm>
          <a:off x="0" y="0"/>
          <a:ext cx="0" cy="0"/>
          <a:chOff x="0" y="0"/>
          <a:chExt cx="0" cy="0"/>
        </a:xfrm>
      </p:grpSpPr>
      <p:sp>
        <p:nvSpPr>
          <p:cNvPr id="375" name="Google Shape;375;p22"/>
          <p:cNvSpPr txBox="1">
            <a:spLocks noGrp="1"/>
          </p:cNvSpPr>
          <p:nvPr>
            <p:ph type="title"/>
          </p:nvPr>
        </p:nvSpPr>
        <p:spPr>
          <a:xfrm>
            <a:off x="959031" y="414008"/>
            <a:ext cx="4502944" cy="392800"/>
          </a:xfrm>
          <a:prstGeom prst="rect">
            <a:avLst/>
          </a:prstGeom>
          <a:noFill/>
          <a:ln>
            <a:noFill/>
          </a:ln>
        </p:spPr>
        <p:txBody>
          <a:bodyPr spcFirstLastPara="1" wrap="square" lIns="0" tIns="9525" rIns="0" bIns="0" anchor="t" anchorCtr="0">
            <a:spAutoFit/>
          </a:bodyPr>
          <a:lstStyle/>
          <a:p>
            <a:pPr marL="9525" marR="3810" lvl="0" indent="18574" algn="l" rtl="0">
              <a:lnSpc>
                <a:spcPct val="109300"/>
              </a:lnSpc>
              <a:spcBef>
                <a:spcPts val="0"/>
              </a:spcBef>
              <a:spcAft>
                <a:spcPts val="0"/>
              </a:spcAft>
              <a:buSzPts val="1400"/>
              <a:buNone/>
            </a:pPr>
            <a:r>
              <a:rPr lang="en-US" sz="2400"/>
              <a:t>Machine Learning Models</a:t>
            </a:r>
            <a:endParaRPr sz="2400"/>
          </a:p>
        </p:txBody>
      </p:sp>
      <p:pic>
        <p:nvPicPr>
          <p:cNvPr id="376" name="Google Shape;376;p22"/>
          <p:cNvPicPr preferRelativeResize="0"/>
          <p:nvPr/>
        </p:nvPicPr>
        <p:blipFill rotWithShape="1">
          <a:blip r:embed="rId3">
            <a:alphaModFix/>
          </a:blip>
          <a:srcRect/>
          <a:stretch/>
        </p:blipFill>
        <p:spPr>
          <a:xfrm>
            <a:off x="1341853" y="2117951"/>
            <a:ext cx="9508294" cy="4129641"/>
          </a:xfrm>
          <a:prstGeom prst="rect">
            <a:avLst/>
          </a:prstGeom>
          <a:noFill/>
          <a:ln>
            <a:noFill/>
          </a:ln>
        </p:spPr>
      </p:pic>
      <p:sp>
        <p:nvSpPr>
          <p:cNvPr id="377" name="Google Shape;377;p22"/>
          <p:cNvSpPr txBox="1">
            <a:spLocks noGrp="1"/>
          </p:cNvSpPr>
          <p:nvPr>
            <p:ph type="sldNum" idx="12"/>
          </p:nvPr>
        </p:nvSpPr>
        <p:spPr>
          <a:xfrm>
            <a:off x="8778240" y="6377940"/>
            <a:ext cx="2804160" cy="215444"/>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350"/>
              <a:buNone/>
            </a:pPr>
            <a:fld id="{00000000-1234-1234-1234-123412341234}" type="slidenum">
              <a:rPr lang="en-US" sz="1350">
                <a:solidFill>
                  <a:srgbClr val="888888"/>
                </a:solidFill>
                <a:latin typeface="Calibri"/>
                <a:ea typeface="Calibri"/>
                <a:cs typeface="Calibri"/>
                <a:sym typeface="Calibri"/>
              </a:rPr>
              <a:t>23</a:t>
            </a:fld>
            <a:endParaRPr sz="1350">
              <a:solidFill>
                <a:srgbClr val="888888"/>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23"/>
          <p:cNvSpPr txBox="1">
            <a:spLocks noGrp="1"/>
          </p:cNvSpPr>
          <p:nvPr>
            <p:ph type="title"/>
          </p:nvPr>
        </p:nvSpPr>
        <p:spPr>
          <a:xfrm>
            <a:off x="415600" y="491767"/>
            <a:ext cx="11360700" cy="763500"/>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SzPts val="3200"/>
              <a:buFont typeface="IBM Plex Sans Condensed"/>
              <a:buNone/>
            </a:pPr>
            <a:endParaRPr/>
          </a:p>
        </p:txBody>
      </p:sp>
      <p:sp>
        <p:nvSpPr>
          <p:cNvPr id="383" name="Google Shape;383;p23"/>
          <p:cNvSpPr txBox="1">
            <a:spLocks noGrp="1"/>
          </p:cNvSpPr>
          <p:nvPr>
            <p:ph type="body" idx="1"/>
          </p:nvPr>
        </p:nvSpPr>
        <p:spPr>
          <a:xfrm>
            <a:off x="415600" y="1419388"/>
            <a:ext cx="11360700" cy="4672200"/>
          </a:xfrm>
          <a:prstGeom prst="rect">
            <a:avLst/>
          </a:prstGeom>
          <a:noFill/>
          <a:ln>
            <a:noFill/>
          </a:ln>
        </p:spPr>
        <p:txBody>
          <a:bodyPr spcFirstLastPara="1" wrap="square" lIns="121900" tIns="121900" rIns="121900" bIns="121900" anchor="t" anchorCtr="0">
            <a:noAutofit/>
          </a:bodyPr>
          <a:lstStyle/>
          <a:p>
            <a:pPr marL="50800" lvl="0" indent="0" algn="ctr" rtl="0">
              <a:lnSpc>
                <a:spcPct val="100000"/>
              </a:lnSpc>
              <a:spcBef>
                <a:spcPts val="0"/>
              </a:spcBef>
              <a:spcAft>
                <a:spcPts val="0"/>
              </a:spcAft>
              <a:buSzPts val="2800"/>
              <a:buNone/>
            </a:pPr>
            <a:r>
              <a:rPr lang="en-US" sz="5400" b="1" i="0" u="none" strike="noStrike" cap="none">
                <a:solidFill>
                  <a:schemeClr val="dk1"/>
                </a:solidFill>
                <a:latin typeface="Calibri"/>
                <a:ea typeface="Calibri"/>
                <a:cs typeface="Calibri"/>
                <a:sym typeface="Calibri"/>
              </a:rPr>
              <a:t>RECAP</a:t>
            </a:r>
            <a:endParaRPr sz="5400">
              <a:solidFill>
                <a:schemeClr val="dk1"/>
              </a:solidFill>
            </a:endParaRPr>
          </a:p>
        </p:txBody>
      </p:sp>
      <p:sp>
        <p:nvSpPr>
          <p:cNvPr id="384" name="Google Shape;384;p23"/>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FFFFFF"/>
                </a:solidFill>
                <a:latin typeface="Arial"/>
                <a:ea typeface="Arial"/>
                <a:cs typeface="Arial"/>
                <a:sym typeface="Arial"/>
              </a:rPr>
              <a:t>24</a:t>
            </a:fld>
            <a:endParaRPr sz="1200" b="0" i="0" u="none" strike="noStrike" cap="none">
              <a:solidFill>
                <a:srgbClr val="FFFFFF"/>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24"/>
          <p:cNvSpPr txBox="1">
            <a:spLocks noGrp="1"/>
          </p:cNvSpPr>
          <p:nvPr>
            <p:ph type="title"/>
          </p:nvPr>
        </p:nvSpPr>
        <p:spPr>
          <a:xfrm>
            <a:off x="312858" y="392445"/>
            <a:ext cx="11360800" cy="649806"/>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2800"/>
              <a:buNone/>
            </a:pPr>
            <a:r>
              <a:rPr lang="en-US" b="1" i="0" u="none" strike="noStrike" cap="none">
                <a:solidFill>
                  <a:schemeClr val="dk1"/>
                </a:solidFill>
                <a:latin typeface="Calibri"/>
                <a:ea typeface="Calibri"/>
                <a:cs typeface="Calibri"/>
                <a:sym typeface="Calibri"/>
              </a:rPr>
              <a:t>Types of ML</a:t>
            </a:r>
            <a:endParaRPr>
              <a:solidFill>
                <a:schemeClr val="dk1"/>
              </a:solidFill>
            </a:endParaRPr>
          </a:p>
        </p:txBody>
      </p:sp>
      <p:sp>
        <p:nvSpPr>
          <p:cNvPr id="390" name="Google Shape;390;p24"/>
          <p:cNvSpPr txBox="1"/>
          <p:nvPr/>
        </p:nvSpPr>
        <p:spPr>
          <a:xfrm>
            <a:off x="194770" y="1042251"/>
            <a:ext cx="7202623" cy="5318764"/>
          </a:xfrm>
          <a:prstGeom prst="rect">
            <a:avLst/>
          </a:prstGeom>
          <a:noFill/>
          <a:ln>
            <a:noFill/>
          </a:ln>
        </p:spPr>
        <p:txBody>
          <a:bodyPr spcFirstLastPara="1" wrap="square" lIns="0" tIns="9525" rIns="0" bIns="0" anchor="t" anchorCtr="0">
            <a:spAutoFit/>
          </a:bodyPr>
          <a:lstStyle/>
          <a:p>
            <a:pPr marL="95250" marR="0" lvl="0" indent="0" algn="l" rtl="0">
              <a:lnSpc>
                <a:spcPct val="100000"/>
              </a:lnSpc>
              <a:spcBef>
                <a:spcPts val="0"/>
              </a:spcBef>
              <a:spcAft>
                <a:spcPts val="0"/>
              </a:spcAft>
              <a:buClr>
                <a:srgbClr val="000000"/>
              </a:buClr>
              <a:buSzPts val="2100"/>
              <a:buFont typeface="Arial"/>
              <a:buNone/>
            </a:pPr>
            <a:r>
              <a:rPr lang="en-US" sz="2100" b="0" i="0" u="none" strike="noStrike" cap="none">
                <a:solidFill>
                  <a:srgbClr val="000000"/>
                </a:solidFill>
                <a:latin typeface="Calibri"/>
                <a:ea typeface="Calibri"/>
                <a:cs typeface="Calibri"/>
                <a:sym typeface="Calibri"/>
              </a:rPr>
              <a:t>There are mainly 4 types of ML. These are :</a:t>
            </a:r>
            <a:endParaRPr sz="1400" b="0" i="0" u="none" strike="noStrike" cap="none">
              <a:solidFill>
                <a:srgbClr val="000000"/>
              </a:solidFill>
              <a:latin typeface="Arial"/>
              <a:ea typeface="Arial"/>
              <a:cs typeface="Arial"/>
              <a:sym typeface="Arial"/>
            </a:endParaRPr>
          </a:p>
          <a:p>
            <a:pPr marL="481013" marR="6191" lvl="0" indent="-471964" algn="just" rtl="0">
              <a:lnSpc>
                <a:spcPct val="100000"/>
              </a:lnSpc>
              <a:spcBef>
                <a:spcPts val="0"/>
              </a:spcBef>
              <a:spcAft>
                <a:spcPts val="0"/>
              </a:spcAft>
              <a:buClr>
                <a:srgbClr val="000000"/>
              </a:buClr>
              <a:buSzPts val="2025"/>
              <a:buFont typeface="Arial"/>
              <a:buAutoNum type="arabicPeriod"/>
            </a:pPr>
            <a:r>
              <a:rPr lang="en-US" sz="2025" b="1" i="0" u="sng" strike="noStrike" cap="none">
                <a:solidFill>
                  <a:srgbClr val="000000"/>
                </a:solidFill>
                <a:latin typeface="Calibri"/>
                <a:ea typeface="Calibri"/>
                <a:cs typeface="Calibri"/>
                <a:sym typeface="Calibri"/>
              </a:rPr>
              <a:t>Supervised Learning</a:t>
            </a:r>
            <a:r>
              <a:rPr lang="en-US" sz="2025" b="1" i="0" u="none" strike="noStrike" cap="none">
                <a:solidFill>
                  <a:srgbClr val="000000"/>
                </a:solidFill>
                <a:latin typeface="Calibri"/>
                <a:ea typeface="Calibri"/>
                <a:cs typeface="Calibri"/>
                <a:sym typeface="Calibri"/>
              </a:rPr>
              <a:t>: </a:t>
            </a:r>
            <a:r>
              <a:rPr lang="en-US" sz="2025" b="0" i="0" u="none" strike="noStrike" cap="none">
                <a:solidFill>
                  <a:srgbClr val="000000"/>
                </a:solidFill>
                <a:latin typeface="Calibri"/>
                <a:ea typeface="Calibri"/>
                <a:cs typeface="Calibri"/>
                <a:sym typeface="Calibri"/>
              </a:rPr>
              <a:t>In this type of ML, </a:t>
            </a:r>
            <a:r>
              <a:rPr lang="en-US" sz="2025" b="1" i="0" u="none" strike="noStrike" cap="none">
                <a:solidFill>
                  <a:srgbClr val="000000"/>
                </a:solidFill>
                <a:latin typeface="Calibri"/>
                <a:ea typeface="Calibri"/>
                <a:cs typeface="Calibri"/>
                <a:sym typeface="Calibri"/>
              </a:rPr>
              <a:t>the algorithm is trained on a  labeled dataset</a:t>
            </a:r>
            <a:r>
              <a:rPr lang="en-US" sz="2025" b="0" i="0" u="none" strike="noStrike" cap="none">
                <a:solidFill>
                  <a:srgbClr val="000000"/>
                </a:solidFill>
                <a:latin typeface="Calibri"/>
                <a:ea typeface="Calibri"/>
                <a:cs typeface="Calibri"/>
                <a:sym typeface="Calibri"/>
              </a:rPr>
              <a:t>, where it learns </a:t>
            </a:r>
            <a:r>
              <a:rPr lang="en-US" sz="2025" b="1" i="0" u="none" strike="noStrike" cap="none">
                <a:solidFill>
                  <a:srgbClr val="000000"/>
                </a:solidFill>
                <a:latin typeface="Calibri"/>
                <a:ea typeface="Calibri"/>
                <a:cs typeface="Calibri"/>
                <a:sym typeface="Calibri"/>
              </a:rPr>
              <a:t>to map input data to corresponding  output labels</a:t>
            </a:r>
            <a:r>
              <a:rPr lang="en-US" sz="2025" b="0" i="0" u="none" strike="noStrike" cap="none">
                <a:solidFill>
                  <a:srgbClr val="000000"/>
                </a:solidFill>
                <a:latin typeface="Calibri"/>
                <a:ea typeface="Calibri"/>
                <a:cs typeface="Calibri"/>
                <a:sym typeface="Calibri"/>
              </a:rPr>
              <a:t>. It can be used for tasks like classification and  regression.</a:t>
            </a:r>
            <a:endParaRPr sz="2025" b="0" i="0" u="none" strike="noStrike" cap="none">
              <a:solidFill>
                <a:srgbClr val="000000"/>
              </a:solidFill>
              <a:latin typeface="Calibri"/>
              <a:ea typeface="Calibri"/>
              <a:cs typeface="Calibri"/>
              <a:sym typeface="Calibri"/>
            </a:endParaRPr>
          </a:p>
          <a:p>
            <a:pPr marL="481013" marR="27623" lvl="0" indent="-471964" algn="just" rtl="0">
              <a:lnSpc>
                <a:spcPct val="100000"/>
              </a:lnSpc>
              <a:spcBef>
                <a:spcPts val="0"/>
              </a:spcBef>
              <a:spcAft>
                <a:spcPts val="0"/>
              </a:spcAft>
              <a:buClr>
                <a:srgbClr val="000000"/>
              </a:buClr>
              <a:buSzPts val="2025"/>
              <a:buFont typeface="Arial"/>
              <a:buAutoNum type="arabicPeriod"/>
            </a:pPr>
            <a:r>
              <a:rPr lang="en-US" sz="2025" b="1" i="0" u="sng" strike="noStrike" cap="none">
                <a:solidFill>
                  <a:srgbClr val="000000"/>
                </a:solidFill>
                <a:latin typeface="Calibri"/>
                <a:ea typeface="Calibri"/>
                <a:cs typeface="Calibri"/>
                <a:sym typeface="Calibri"/>
              </a:rPr>
              <a:t>Unsupervised Learning</a:t>
            </a:r>
            <a:r>
              <a:rPr lang="en-US" sz="2025" b="1" i="0" u="none" strike="noStrike" cap="none">
                <a:solidFill>
                  <a:srgbClr val="000000"/>
                </a:solidFill>
                <a:latin typeface="Calibri"/>
                <a:ea typeface="Calibri"/>
                <a:cs typeface="Calibri"/>
                <a:sym typeface="Calibri"/>
              </a:rPr>
              <a:t>: </a:t>
            </a:r>
            <a:r>
              <a:rPr lang="en-US" sz="2025" b="0" i="0" u="none" strike="noStrike" cap="none">
                <a:solidFill>
                  <a:srgbClr val="000000"/>
                </a:solidFill>
                <a:latin typeface="Calibri"/>
                <a:ea typeface="Calibri"/>
                <a:cs typeface="Calibri"/>
                <a:sym typeface="Calibri"/>
              </a:rPr>
              <a:t>Here, the algorithm is given an </a:t>
            </a:r>
            <a:r>
              <a:rPr lang="en-US" sz="2025" b="1" i="0" u="none" strike="noStrike" cap="none">
                <a:solidFill>
                  <a:srgbClr val="000000"/>
                </a:solidFill>
                <a:latin typeface="Calibri"/>
                <a:ea typeface="Calibri"/>
                <a:cs typeface="Calibri"/>
                <a:sym typeface="Calibri"/>
              </a:rPr>
              <a:t>unlabeled  dataset</a:t>
            </a:r>
            <a:r>
              <a:rPr lang="en-US" sz="2025" b="0" i="0" u="none" strike="noStrike" cap="none">
                <a:solidFill>
                  <a:srgbClr val="000000"/>
                </a:solidFill>
                <a:latin typeface="Calibri"/>
                <a:ea typeface="Calibri"/>
                <a:cs typeface="Calibri"/>
                <a:sym typeface="Calibri"/>
              </a:rPr>
              <a:t>, and it tries to </a:t>
            </a:r>
            <a:r>
              <a:rPr lang="en-US" sz="2025" b="1" i="0" u="none" strike="noStrike" cap="none">
                <a:solidFill>
                  <a:srgbClr val="000000"/>
                </a:solidFill>
                <a:latin typeface="Calibri"/>
                <a:ea typeface="Calibri"/>
                <a:cs typeface="Calibri"/>
                <a:sym typeface="Calibri"/>
              </a:rPr>
              <a:t>find patterns, relationships, or structures  within the data</a:t>
            </a:r>
            <a:r>
              <a:rPr lang="en-US" sz="2025" b="0" i="0" u="none" strike="noStrike" cap="none">
                <a:solidFill>
                  <a:srgbClr val="000000"/>
                </a:solidFill>
                <a:latin typeface="Calibri"/>
                <a:ea typeface="Calibri"/>
                <a:cs typeface="Calibri"/>
                <a:sym typeface="Calibri"/>
              </a:rPr>
              <a:t>. Clustering and anomaly detection are common use  cases.</a:t>
            </a:r>
            <a:endParaRPr sz="2025" b="0" i="0" u="none" strike="noStrike" cap="none">
              <a:solidFill>
                <a:srgbClr val="000000"/>
              </a:solidFill>
              <a:latin typeface="Calibri"/>
              <a:ea typeface="Calibri"/>
              <a:cs typeface="Calibri"/>
              <a:sym typeface="Calibri"/>
            </a:endParaRPr>
          </a:p>
          <a:p>
            <a:pPr marL="481013" marR="3810" lvl="0" indent="-471964" algn="just" rtl="0">
              <a:lnSpc>
                <a:spcPct val="100000"/>
              </a:lnSpc>
              <a:spcBef>
                <a:spcPts val="0"/>
              </a:spcBef>
              <a:spcAft>
                <a:spcPts val="0"/>
              </a:spcAft>
              <a:buClr>
                <a:srgbClr val="000000"/>
              </a:buClr>
              <a:buSzPts val="2025"/>
              <a:buFont typeface="Arial"/>
              <a:buAutoNum type="arabicPeriod"/>
            </a:pPr>
            <a:r>
              <a:rPr lang="en-US" sz="2025" b="1" i="0" u="sng" strike="noStrike" cap="none">
                <a:solidFill>
                  <a:srgbClr val="000000"/>
                </a:solidFill>
                <a:latin typeface="Calibri"/>
                <a:ea typeface="Calibri"/>
                <a:cs typeface="Calibri"/>
                <a:sym typeface="Calibri"/>
              </a:rPr>
              <a:t>Semi-Supervised Learning</a:t>
            </a:r>
            <a:r>
              <a:rPr lang="en-US" sz="2025" b="1" i="0" u="none" strike="noStrike" cap="none">
                <a:solidFill>
                  <a:srgbClr val="000000"/>
                </a:solidFill>
                <a:latin typeface="Calibri"/>
                <a:ea typeface="Calibri"/>
                <a:cs typeface="Calibri"/>
                <a:sym typeface="Calibri"/>
              </a:rPr>
              <a:t>: </a:t>
            </a:r>
            <a:r>
              <a:rPr lang="en-US" sz="2025" b="0" i="0" u="none" strike="noStrike" cap="none">
                <a:solidFill>
                  <a:srgbClr val="000000"/>
                </a:solidFill>
                <a:latin typeface="Calibri"/>
                <a:ea typeface="Calibri"/>
                <a:cs typeface="Calibri"/>
                <a:sym typeface="Calibri"/>
              </a:rPr>
              <a:t>This type </a:t>
            </a:r>
            <a:r>
              <a:rPr lang="en-US" sz="2025" b="1" i="0" u="none" strike="noStrike" cap="none">
                <a:solidFill>
                  <a:srgbClr val="000000"/>
                </a:solidFill>
                <a:latin typeface="Calibri"/>
                <a:ea typeface="Calibri"/>
                <a:cs typeface="Calibri"/>
                <a:sym typeface="Calibri"/>
              </a:rPr>
              <a:t>combines elements of both  supervised and unsupervised learning</a:t>
            </a:r>
            <a:r>
              <a:rPr lang="en-US" sz="2025" b="0" i="0" u="none" strike="noStrike" cap="none">
                <a:solidFill>
                  <a:srgbClr val="000000"/>
                </a:solidFill>
                <a:latin typeface="Calibri"/>
                <a:ea typeface="Calibri"/>
                <a:cs typeface="Calibri"/>
                <a:sym typeface="Calibri"/>
              </a:rPr>
              <a:t>. It uses a small labeled dataset  along with a larger unlabeled dataset to improve learning accuracy.</a:t>
            </a:r>
            <a:endParaRPr sz="2025" b="0" i="0" u="none" strike="noStrike" cap="none">
              <a:solidFill>
                <a:srgbClr val="000000"/>
              </a:solidFill>
              <a:latin typeface="Calibri"/>
              <a:ea typeface="Calibri"/>
              <a:cs typeface="Calibri"/>
              <a:sym typeface="Calibri"/>
            </a:endParaRPr>
          </a:p>
          <a:p>
            <a:pPr marL="481013" marR="28099" lvl="0" indent="-471964" algn="just" rtl="0">
              <a:lnSpc>
                <a:spcPct val="100000"/>
              </a:lnSpc>
              <a:spcBef>
                <a:spcPts val="0"/>
              </a:spcBef>
              <a:spcAft>
                <a:spcPts val="0"/>
              </a:spcAft>
              <a:buClr>
                <a:srgbClr val="000000"/>
              </a:buClr>
              <a:buSzPts val="2025"/>
              <a:buFont typeface="Arial"/>
              <a:buAutoNum type="arabicPeriod"/>
            </a:pPr>
            <a:r>
              <a:rPr lang="en-US" sz="2025" b="1" i="0" u="sng" strike="noStrike" cap="none">
                <a:solidFill>
                  <a:srgbClr val="000000"/>
                </a:solidFill>
                <a:latin typeface="Calibri"/>
                <a:ea typeface="Calibri"/>
                <a:cs typeface="Calibri"/>
                <a:sym typeface="Calibri"/>
              </a:rPr>
              <a:t>Reinforcement Learning</a:t>
            </a:r>
            <a:r>
              <a:rPr lang="en-US" sz="2025" b="1" i="0" u="none" strike="noStrike" cap="none">
                <a:solidFill>
                  <a:srgbClr val="000000"/>
                </a:solidFill>
                <a:latin typeface="Calibri"/>
                <a:ea typeface="Calibri"/>
                <a:cs typeface="Calibri"/>
                <a:sym typeface="Calibri"/>
              </a:rPr>
              <a:t>: </a:t>
            </a:r>
            <a:r>
              <a:rPr lang="en-US" sz="2025" b="0" i="0" u="none" strike="noStrike" cap="none">
                <a:solidFill>
                  <a:srgbClr val="000000"/>
                </a:solidFill>
                <a:latin typeface="Calibri"/>
                <a:ea typeface="Calibri"/>
                <a:cs typeface="Calibri"/>
                <a:sym typeface="Calibri"/>
              </a:rPr>
              <a:t>In this approach, an agent learns to </a:t>
            </a:r>
            <a:r>
              <a:rPr lang="en-US" sz="2025" b="1" i="0" u="none" strike="noStrike" cap="none">
                <a:solidFill>
                  <a:srgbClr val="000000"/>
                </a:solidFill>
                <a:latin typeface="Calibri"/>
                <a:ea typeface="Calibri"/>
                <a:cs typeface="Calibri"/>
                <a:sym typeface="Calibri"/>
              </a:rPr>
              <a:t>interact  with an environment to achieve a goal. </a:t>
            </a:r>
            <a:r>
              <a:rPr lang="en-US" sz="2025" b="0" i="0" u="none" strike="noStrike" cap="none">
                <a:solidFill>
                  <a:srgbClr val="000000"/>
                </a:solidFill>
                <a:latin typeface="Calibri"/>
                <a:ea typeface="Calibri"/>
                <a:cs typeface="Calibri"/>
                <a:sym typeface="Calibri"/>
              </a:rPr>
              <a:t>It receives feedback in the  form of rewards or penalties and adjusts its actions to maximize  rewards over time.</a:t>
            </a:r>
            <a:endParaRPr sz="2025" b="0" i="0" u="none" strike="noStrike" cap="none">
              <a:solidFill>
                <a:srgbClr val="000000"/>
              </a:solidFill>
              <a:latin typeface="Calibri"/>
              <a:ea typeface="Calibri"/>
              <a:cs typeface="Calibri"/>
              <a:sym typeface="Calibri"/>
            </a:endParaRPr>
          </a:p>
        </p:txBody>
      </p:sp>
      <p:pic>
        <p:nvPicPr>
          <p:cNvPr id="391" name="Google Shape;391;p24"/>
          <p:cNvPicPr preferRelativeResize="0"/>
          <p:nvPr/>
        </p:nvPicPr>
        <p:blipFill rotWithShape="1">
          <a:blip r:embed="rId3">
            <a:alphaModFix/>
          </a:blip>
          <a:srcRect/>
          <a:stretch/>
        </p:blipFill>
        <p:spPr>
          <a:xfrm>
            <a:off x="7726166" y="688369"/>
            <a:ext cx="4445551" cy="558914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25"/>
          <p:cNvSpPr txBox="1">
            <a:spLocks noGrp="1"/>
          </p:cNvSpPr>
          <p:nvPr>
            <p:ph type="title"/>
          </p:nvPr>
        </p:nvSpPr>
        <p:spPr>
          <a:xfrm>
            <a:off x="138247" y="274028"/>
            <a:ext cx="11360700" cy="551275"/>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SzPts val="3200"/>
              <a:buFont typeface="IBM Plex Sans Condensed"/>
              <a:buNone/>
            </a:pPr>
            <a:r>
              <a:rPr lang="en-US" sz="2800" b="1" i="0" u="none" strike="noStrike" cap="none">
                <a:solidFill>
                  <a:srgbClr val="000000"/>
                </a:solidFill>
                <a:latin typeface="Archivo Narrow"/>
                <a:ea typeface="Archivo Narrow"/>
                <a:cs typeface="Archivo Narrow"/>
                <a:sym typeface="Archivo Narrow"/>
              </a:rPr>
              <a:t>TYPES OF ML</a:t>
            </a:r>
            <a:endParaRPr/>
          </a:p>
        </p:txBody>
      </p:sp>
      <p:sp>
        <p:nvSpPr>
          <p:cNvPr id="397" name="Google Shape;397;p25"/>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FFFFFF"/>
                </a:solidFill>
                <a:latin typeface="Arial"/>
                <a:ea typeface="Arial"/>
                <a:cs typeface="Arial"/>
                <a:sym typeface="Arial"/>
              </a:rPr>
              <a:t>26</a:t>
            </a:fld>
            <a:endParaRPr sz="1200" b="0" i="0" u="none" strike="noStrike" cap="none">
              <a:solidFill>
                <a:srgbClr val="FFFFFF"/>
              </a:solidFill>
              <a:latin typeface="Arial"/>
              <a:ea typeface="Arial"/>
              <a:cs typeface="Arial"/>
              <a:sym typeface="Arial"/>
            </a:endParaRPr>
          </a:p>
        </p:txBody>
      </p:sp>
      <p:pic>
        <p:nvPicPr>
          <p:cNvPr id="398" name="Google Shape;398;p25"/>
          <p:cNvPicPr preferRelativeResize="0"/>
          <p:nvPr/>
        </p:nvPicPr>
        <p:blipFill rotWithShape="1">
          <a:blip r:embed="rId3">
            <a:alphaModFix/>
          </a:blip>
          <a:srcRect/>
          <a:stretch/>
        </p:blipFill>
        <p:spPr>
          <a:xfrm>
            <a:off x="801385" y="825303"/>
            <a:ext cx="10808414" cy="548303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26"/>
          <p:cNvSpPr txBox="1">
            <a:spLocks noGrp="1"/>
          </p:cNvSpPr>
          <p:nvPr>
            <p:ph type="title"/>
          </p:nvPr>
        </p:nvSpPr>
        <p:spPr>
          <a:xfrm>
            <a:off x="246580" y="308304"/>
            <a:ext cx="11457801" cy="763500"/>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SzPts val="3200"/>
              <a:buNone/>
            </a:pPr>
            <a:r>
              <a:rPr lang="en-US" sz="2800">
                <a:latin typeface="Calibri"/>
                <a:ea typeface="Calibri"/>
                <a:cs typeface="Calibri"/>
                <a:sym typeface="Calibri"/>
              </a:rPr>
              <a:t>Types of Machine Learning : </a:t>
            </a:r>
            <a:r>
              <a:rPr lang="en-US" sz="2000">
                <a:latin typeface="Calibri"/>
                <a:ea typeface="Calibri"/>
                <a:cs typeface="Calibri"/>
                <a:sym typeface="Calibri"/>
              </a:rPr>
              <a:t>Machine Learning is mainly categorized into three types</a:t>
            </a:r>
            <a:endParaRPr sz="2000">
              <a:latin typeface="Calibri"/>
              <a:ea typeface="Calibri"/>
              <a:cs typeface="Calibri"/>
              <a:sym typeface="Calibri"/>
            </a:endParaRPr>
          </a:p>
        </p:txBody>
      </p:sp>
      <p:sp>
        <p:nvSpPr>
          <p:cNvPr id="405" name="Google Shape;405;p26"/>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27</a:t>
            </a:fld>
            <a:endParaRPr/>
          </a:p>
        </p:txBody>
      </p:sp>
      <p:sp>
        <p:nvSpPr>
          <p:cNvPr id="406" name="Google Shape;406;p26"/>
          <p:cNvSpPr/>
          <p:nvPr/>
        </p:nvSpPr>
        <p:spPr>
          <a:xfrm>
            <a:off x="487619" y="999885"/>
            <a:ext cx="5522763" cy="5632311"/>
          </a:xfrm>
          <a:prstGeom prst="rect">
            <a:avLst/>
          </a:prstGeom>
          <a:noFill/>
          <a:ln>
            <a:noFill/>
          </a:ln>
        </p:spPr>
        <p:txBody>
          <a:bodyPr spcFirstLastPara="1" wrap="square" lIns="91425" tIns="45700" rIns="91425" bIns="45700" anchor="t" anchorCtr="0">
            <a:spAutoFit/>
          </a:bodyPr>
          <a:lstStyle/>
          <a:p>
            <a:pPr marL="514350" marR="0" lvl="0" indent="-514350" algn="l" rtl="0">
              <a:lnSpc>
                <a:spcPct val="100000"/>
              </a:lnSpc>
              <a:spcBef>
                <a:spcPts val="0"/>
              </a:spcBef>
              <a:spcAft>
                <a:spcPts val="0"/>
              </a:spcAft>
              <a:buClr>
                <a:srgbClr val="000000"/>
              </a:buClr>
              <a:buSzPts val="2000"/>
              <a:buFont typeface="Arial"/>
              <a:buAutoNum type="arabicPeriod"/>
            </a:pPr>
            <a:r>
              <a:rPr lang="en-US" sz="2000" b="1" i="0" u="none" strike="noStrike" cap="none">
                <a:solidFill>
                  <a:srgbClr val="000000"/>
                </a:solidFill>
                <a:latin typeface="Cambria"/>
                <a:ea typeface="Cambria"/>
                <a:cs typeface="Cambria"/>
                <a:sym typeface="Cambria"/>
              </a:rPr>
              <a:t>Supervised Learning</a:t>
            </a:r>
            <a:endParaRPr sz="1400" b="0" i="0" u="none" strike="noStrike" cap="none">
              <a:solidFill>
                <a:srgbClr val="000000"/>
              </a:solidFill>
              <a:latin typeface="Arial"/>
              <a:ea typeface="Arial"/>
              <a:cs typeface="Arial"/>
              <a:sym typeface="Arial"/>
            </a:endParaRPr>
          </a:p>
          <a:p>
            <a:pPr marL="798513" marR="0" lvl="2" indent="-127000" algn="l" rtl="0">
              <a:lnSpc>
                <a:spcPct val="100000"/>
              </a:lnSpc>
              <a:spcBef>
                <a:spcPts val="0"/>
              </a:spcBef>
              <a:spcAft>
                <a:spcPts val="0"/>
              </a:spcAft>
              <a:buClr>
                <a:srgbClr val="000000"/>
              </a:buClr>
              <a:buSzPts val="2000"/>
              <a:buFont typeface="Arial"/>
              <a:buChar char="•"/>
            </a:pPr>
            <a:r>
              <a:rPr lang="en-US" sz="2000" b="1" i="0" u="none" strike="noStrike" cap="none">
                <a:solidFill>
                  <a:srgbClr val="000000"/>
                </a:solidFill>
                <a:latin typeface="Cambria"/>
                <a:ea typeface="Cambria"/>
                <a:cs typeface="Cambria"/>
                <a:sym typeface="Cambria"/>
              </a:rPr>
              <a:t>Labeled data</a:t>
            </a:r>
            <a:r>
              <a:rPr lang="en-US" sz="2000" b="0" i="0" u="none" strike="noStrike" cap="none">
                <a:solidFill>
                  <a:srgbClr val="000000"/>
                </a:solidFill>
                <a:latin typeface="Cambria"/>
                <a:ea typeface="Cambria"/>
                <a:cs typeface="Cambria"/>
                <a:sym typeface="Cambria"/>
              </a:rPr>
              <a:t> is used (input + correct output).</a:t>
            </a:r>
            <a:endParaRPr sz="1400" b="0" i="0" u="none" strike="noStrike" cap="none">
              <a:solidFill>
                <a:srgbClr val="000000"/>
              </a:solidFill>
              <a:latin typeface="Arial"/>
              <a:ea typeface="Arial"/>
              <a:cs typeface="Arial"/>
              <a:sym typeface="Arial"/>
            </a:endParaRPr>
          </a:p>
          <a:p>
            <a:pPr marL="798513" marR="0" lvl="2" indent="-127000" algn="l" rtl="0">
              <a:lnSpc>
                <a:spcPct val="100000"/>
              </a:lnSpc>
              <a:spcBef>
                <a:spcPts val="0"/>
              </a:spcBef>
              <a:spcAft>
                <a:spcPts val="0"/>
              </a:spcAft>
              <a:buClr>
                <a:srgbClr val="000000"/>
              </a:buClr>
              <a:buSzPts val="2000"/>
              <a:buFont typeface="Arial"/>
              <a:buChar char="•"/>
            </a:pPr>
            <a:r>
              <a:rPr lang="en-US" sz="2000" b="0" i="0" u="none" strike="noStrike" cap="none">
                <a:solidFill>
                  <a:srgbClr val="000000"/>
                </a:solidFill>
                <a:latin typeface="Cambria"/>
                <a:ea typeface="Cambria"/>
                <a:cs typeface="Cambria"/>
                <a:sym typeface="Cambria"/>
              </a:rPr>
              <a:t>Goal: Learn a mapping from input to output.</a:t>
            </a:r>
            <a:endParaRPr sz="1400" b="0" i="0" u="none" strike="noStrike" cap="none">
              <a:solidFill>
                <a:srgbClr val="000000"/>
              </a:solidFill>
              <a:latin typeface="Arial"/>
              <a:ea typeface="Arial"/>
              <a:cs typeface="Arial"/>
              <a:sym typeface="Arial"/>
            </a:endParaRPr>
          </a:p>
          <a:p>
            <a:pPr marL="798513" marR="0" lvl="2"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Cambria"/>
                <a:ea typeface="Cambria"/>
                <a:cs typeface="Cambria"/>
                <a:sym typeface="Cambria"/>
              </a:rPr>
              <a:t>Examples:</a:t>
            </a:r>
            <a:endParaRPr sz="1400" b="0" i="0" u="none" strike="noStrike" cap="none">
              <a:solidFill>
                <a:srgbClr val="000000"/>
              </a:solidFill>
              <a:latin typeface="Arial"/>
              <a:ea typeface="Arial"/>
              <a:cs typeface="Arial"/>
              <a:sym typeface="Arial"/>
            </a:endParaRPr>
          </a:p>
          <a:p>
            <a:pPr marL="798513" marR="0" lvl="2" indent="-127000" algn="l" rtl="0">
              <a:lnSpc>
                <a:spcPct val="100000"/>
              </a:lnSpc>
              <a:spcBef>
                <a:spcPts val="0"/>
              </a:spcBef>
              <a:spcAft>
                <a:spcPts val="0"/>
              </a:spcAft>
              <a:buClr>
                <a:srgbClr val="000000"/>
              </a:buClr>
              <a:buSzPts val="2000"/>
              <a:buFont typeface="Arial"/>
              <a:buChar char="•"/>
            </a:pPr>
            <a:r>
              <a:rPr lang="en-US" sz="2000" b="0" i="0" u="none" strike="noStrike" cap="none">
                <a:solidFill>
                  <a:srgbClr val="000000"/>
                </a:solidFill>
                <a:latin typeface="Cambria"/>
                <a:ea typeface="Cambria"/>
                <a:cs typeface="Cambria"/>
                <a:sym typeface="Cambria"/>
              </a:rPr>
              <a:t>Classification: Spam detection, disease diagnosis</a:t>
            </a:r>
            <a:endParaRPr sz="1400" b="0" i="0" u="none" strike="noStrike" cap="none">
              <a:solidFill>
                <a:srgbClr val="000000"/>
              </a:solidFill>
              <a:latin typeface="Arial"/>
              <a:ea typeface="Arial"/>
              <a:cs typeface="Arial"/>
              <a:sym typeface="Arial"/>
            </a:endParaRPr>
          </a:p>
          <a:p>
            <a:pPr marL="798513" marR="0" lvl="2" indent="-127000" algn="l" rtl="0">
              <a:lnSpc>
                <a:spcPct val="100000"/>
              </a:lnSpc>
              <a:spcBef>
                <a:spcPts val="0"/>
              </a:spcBef>
              <a:spcAft>
                <a:spcPts val="0"/>
              </a:spcAft>
              <a:buClr>
                <a:srgbClr val="000000"/>
              </a:buClr>
              <a:buSzPts val="2000"/>
              <a:buFont typeface="Arial"/>
              <a:buChar char="•"/>
            </a:pPr>
            <a:r>
              <a:rPr lang="en-US" sz="2000" b="0" i="0" u="none" strike="noStrike" cap="none">
                <a:solidFill>
                  <a:srgbClr val="000000"/>
                </a:solidFill>
                <a:latin typeface="Cambria"/>
                <a:ea typeface="Cambria"/>
                <a:cs typeface="Cambria"/>
                <a:sym typeface="Cambria"/>
              </a:rPr>
              <a:t>Regression: House price prediction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Cambria"/>
                <a:ea typeface="Cambria"/>
                <a:cs typeface="Cambria"/>
                <a:sym typeface="Cambria"/>
              </a:rPr>
              <a:t>2. Unsupervised Learning</a:t>
            </a:r>
            <a:endParaRPr sz="1400" b="0" i="0" u="none" strike="noStrike" cap="none">
              <a:solidFill>
                <a:srgbClr val="000000"/>
              </a:solidFill>
              <a:latin typeface="Arial"/>
              <a:ea typeface="Arial"/>
              <a:cs typeface="Arial"/>
              <a:sym typeface="Arial"/>
            </a:endParaRPr>
          </a:p>
          <a:p>
            <a:pPr marL="914400" marR="0" lvl="4" indent="-457200" algn="l" rtl="0">
              <a:lnSpc>
                <a:spcPct val="100000"/>
              </a:lnSpc>
              <a:spcBef>
                <a:spcPts val="0"/>
              </a:spcBef>
              <a:spcAft>
                <a:spcPts val="0"/>
              </a:spcAft>
              <a:buClr>
                <a:srgbClr val="000000"/>
              </a:buClr>
              <a:buSzPts val="2000"/>
              <a:buFont typeface="Arial"/>
              <a:buChar char="•"/>
            </a:pPr>
            <a:r>
              <a:rPr lang="en-US" sz="2000" b="0" i="0" u="none" strike="noStrike" cap="none">
                <a:solidFill>
                  <a:srgbClr val="000000"/>
                </a:solidFill>
                <a:latin typeface="Cambria"/>
                <a:ea typeface="Cambria"/>
                <a:cs typeface="Cambria"/>
                <a:sym typeface="Cambria"/>
              </a:rPr>
              <a:t>Uses </a:t>
            </a:r>
            <a:r>
              <a:rPr lang="en-US" sz="2000" b="1" i="0" u="none" strike="noStrike" cap="none">
                <a:solidFill>
                  <a:srgbClr val="000000"/>
                </a:solidFill>
                <a:latin typeface="Cambria"/>
                <a:ea typeface="Cambria"/>
                <a:cs typeface="Cambria"/>
                <a:sym typeface="Cambria"/>
              </a:rPr>
              <a:t>unlabeled data</a:t>
            </a:r>
            <a:r>
              <a:rPr lang="en-US" sz="2000" b="0" i="0" u="none" strike="noStrike" cap="none">
                <a:solidFill>
                  <a:srgbClr val="000000"/>
                </a:solidFill>
                <a:latin typeface="Cambria"/>
                <a:ea typeface="Cambria"/>
                <a:cs typeface="Cambria"/>
                <a:sym typeface="Cambria"/>
              </a:rPr>
              <a:t>.</a:t>
            </a:r>
            <a:endParaRPr sz="1400" b="0" i="0" u="none" strike="noStrike" cap="none">
              <a:solidFill>
                <a:srgbClr val="000000"/>
              </a:solidFill>
              <a:latin typeface="Arial"/>
              <a:ea typeface="Arial"/>
              <a:cs typeface="Arial"/>
              <a:sym typeface="Arial"/>
            </a:endParaRPr>
          </a:p>
          <a:p>
            <a:pPr marL="914400" marR="0" lvl="2" indent="-457200" algn="l" rtl="0">
              <a:lnSpc>
                <a:spcPct val="100000"/>
              </a:lnSpc>
              <a:spcBef>
                <a:spcPts val="0"/>
              </a:spcBef>
              <a:spcAft>
                <a:spcPts val="0"/>
              </a:spcAft>
              <a:buClr>
                <a:srgbClr val="000000"/>
              </a:buClr>
              <a:buSzPts val="2000"/>
              <a:buFont typeface="Arial"/>
              <a:buChar char="•"/>
            </a:pPr>
            <a:r>
              <a:rPr lang="en-US" sz="2000" b="0" i="0" u="none" strike="noStrike" cap="none">
                <a:solidFill>
                  <a:srgbClr val="000000"/>
                </a:solidFill>
                <a:latin typeface="Cambria"/>
                <a:ea typeface="Cambria"/>
                <a:cs typeface="Cambria"/>
                <a:sym typeface="Cambria"/>
              </a:rPr>
              <a:t>Goal: Discover hidden patterns or structure.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Cambria"/>
                <a:ea typeface="Cambria"/>
                <a:cs typeface="Cambria"/>
                <a:sym typeface="Cambria"/>
              </a:rPr>
              <a:t>	Examples:</a:t>
            </a:r>
            <a:endParaRPr sz="2000" b="0" i="0" u="none" strike="noStrike" cap="none">
              <a:solidFill>
                <a:srgbClr val="000000"/>
              </a:solidFill>
              <a:latin typeface="Cambria"/>
              <a:ea typeface="Cambria"/>
              <a:cs typeface="Cambria"/>
              <a:sym typeface="Cambria"/>
            </a:endParaRPr>
          </a:p>
          <a:p>
            <a:pPr marL="1371600" marR="0" lvl="2" indent="-457200" algn="l"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Cambria"/>
                <a:ea typeface="Cambria"/>
                <a:cs typeface="Cambria"/>
                <a:sym typeface="Cambria"/>
              </a:rPr>
              <a:t>Clustering: Customer segmentation</a:t>
            </a:r>
            <a:endParaRPr sz="1400" b="0" i="0" u="none" strike="noStrike" cap="none">
              <a:solidFill>
                <a:srgbClr val="000000"/>
              </a:solidFill>
              <a:latin typeface="Arial"/>
              <a:ea typeface="Arial"/>
              <a:cs typeface="Arial"/>
              <a:sym typeface="Arial"/>
            </a:endParaRPr>
          </a:p>
          <a:p>
            <a:pPr marL="1371600" marR="0" lvl="2" indent="-457200" algn="l"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Cambria"/>
                <a:ea typeface="Cambria"/>
                <a:cs typeface="Cambria"/>
                <a:sym typeface="Cambria"/>
              </a:rPr>
              <a:t>Dimensionality Reduction: PCA for visualization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Cambria"/>
                <a:ea typeface="Cambria"/>
                <a:cs typeface="Cambria"/>
                <a:sym typeface="Cambria"/>
              </a:rPr>
              <a:t>3</a:t>
            </a:r>
            <a:endParaRPr sz="2000" b="0" i="0" u="none" strike="noStrike" cap="none">
              <a:solidFill>
                <a:srgbClr val="000000"/>
              </a:solidFill>
              <a:latin typeface="Cambria"/>
              <a:ea typeface="Cambria"/>
              <a:cs typeface="Cambria"/>
              <a:sym typeface="Cambria"/>
            </a:endParaRPr>
          </a:p>
        </p:txBody>
      </p:sp>
      <p:sp>
        <p:nvSpPr>
          <p:cNvPr id="407" name="Google Shape;407;p26"/>
          <p:cNvSpPr txBox="1"/>
          <p:nvPr/>
        </p:nvSpPr>
        <p:spPr>
          <a:xfrm>
            <a:off x="6346007" y="1071804"/>
            <a:ext cx="5522761" cy="306750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Cambria"/>
                <a:ea typeface="Cambria"/>
                <a:cs typeface="Cambria"/>
                <a:sym typeface="Cambria"/>
              </a:rPr>
              <a:t>3. Reinforcement Learning</a:t>
            </a:r>
            <a:endParaRPr sz="1400" b="0" i="0" u="none" strike="noStrike" cap="none">
              <a:solidFill>
                <a:srgbClr val="000000"/>
              </a:solidFill>
              <a:latin typeface="Arial"/>
              <a:ea typeface="Arial"/>
              <a:cs typeface="Arial"/>
              <a:sym typeface="Arial"/>
            </a:endParaRPr>
          </a:p>
          <a:p>
            <a:pPr marL="914400" marR="0" lvl="1" indent="-457200" algn="l" rtl="0">
              <a:lnSpc>
                <a:spcPct val="100000"/>
              </a:lnSpc>
              <a:spcBef>
                <a:spcPts val="800"/>
              </a:spcBef>
              <a:spcAft>
                <a:spcPts val="0"/>
              </a:spcAft>
              <a:buClr>
                <a:srgbClr val="000000"/>
              </a:buClr>
              <a:buSzPts val="2000"/>
              <a:buFont typeface="Arial"/>
              <a:buChar char="•"/>
            </a:pPr>
            <a:r>
              <a:rPr lang="en-US" sz="2000" b="0" i="0" u="none" strike="noStrike" cap="none">
                <a:solidFill>
                  <a:srgbClr val="000000"/>
                </a:solidFill>
                <a:latin typeface="Cambria"/>
                <a:ea typeface="Cambria"/>
                <a:cs typeface="Cambria"/>
                <a:sym typeface="Cambria"/>
              </a:rPr>
              <a:t>Learning by </a:t>
            </a:r>
            <a:r>
              <a:rPr lang="en-US" sz="2000" b="1" i="0" u="none" strike="noStrike" cap="none">
                <a:solidFill>
                  <a:srgbClr val="000000"/>
                </a:solidFill>
                <a:latin typeface="Cambria"/>
                <a:ea typeface="Cambria"/>
                <a:cs typeface="Cambria"/>
                <a:sym typeface="Cambria"/>
              </a:rPr>
              <a:t>interacting with an environment</a:t>
            </a:r>
            <a:r>
              <a:rPr lang="en-US" sz="2000" b="0" i="0" u="none" strike="noStrike" cap="none">
                <a:solidFill>
                  <a:srgbClr val="000000"/>
                </a:solidFill>
                <a:latin typeface="Cambria"/>
                <a:ea typeface="Cambria"/>
                <a:cs typeface="Cambria"/>
                <a:sym typeface="Cambria"/>
              </a:rPr>
              <a:t>.</a:t>
            </a:r>
            <a:endParaRPr sz="1400" b="0" i="0" u="none" strike="noStrike" cap="none">
              <a:solidFill>
                <a:srgbClr val="000000"/>
              </a:solidFill>
              <a:latin typeface="Arial"/>
              <a:ea typeface="Arial"/>
              <a:cs typeface="Arial"/>
              <a:sym typeface="Arial"/>
            </a:endParaRPr>
          </a:p>
          <a:p>
            <a:pPr marL="914400" marR="0" lvl="1" indent="-457200" algn="l" rtl="0">
              <a:lnSpc>
                <a:spcPct val="100000"/>
              </a:lnSpc>
              <a:spcBef>
                <a:spcPts val="800"/>
              </a:spcBef>
              <a:spcAft>
                <a:spcPts val="0"/>
              </a:spcAft>
              <a:buClr>
                <a:srgbClr val="000000"/>
              </a:buClr>
              <a:buSzPts val="2000"/>
              <a:buFont typeface="Arial"/>
              <a:buChar char="•"/>
            </a:pPr>
            <a:r>
              <a:rPr lang="en-US" sz="2000" b="0" i="0" u="none" strike="noStrike" cap="none">
                <a:solidFill>
                  <a:srgbClr val="000000"/>
                </a:solidFill>
                <a:latin typeface="Cambria"/>
                <a:ea typeface="Cambria"/>
                <a:cs typeface="Cambria"/>
                <a:sym typeface="Cambria"/>
              </a:rPr>
              <a:t>Receives </a:t>
            </a:r>
            <a:r>
              <a:rPr lang="en-US" sz="2000" b="1" i="0" u="none" strike="noStrike" cap="none">
                <a:solidFill>
                  <a:srgbClr val="000000"/>
                </a:solidFill>
                <a:latin typeface="Cambria"/>
                <a:ea typeface="Cambria"/>
                <a:cs typeface="Cambria"/>
                <a:sym typeface="Cambria"/>
              </a:rPr>
              <a:t>rewards or penalties</a:t>
            </a:r>
            <a:r>
              <a:rPr lang="en-US" sz="2000" b="0" i="0" u="none" strike="noStrike" cap="none">
                <a:solidFill>
                  <a:srgbClr val="000000"/>
                </a:solidFill>
                <a:latin typeface="Cambria"/>
                <a:ea typeface="Cambria"/>
                <a:cs typeface="Cambria"/>
                <a:sym typeface="Cambria"/>
              </a:rPr>
              <a:t> based on actions.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Cambria"/>
                <a:ea typeface="Cambria"/>
                <a:cs typeface="Cambria"/>
                <a:sym typeface="Cambria"/>
              </a:rPr>
              <a:t>	Examples:</a:t>
            </a:r>
            <a:endParaRPr sz="2000" b="0" i="0" u="none" strike="noStrike" cap="none">
              <a:solidFill>
                <a:srgbClr val="000000"/>
              </a:solidFill>
              <a:latin typeface="Cambria"/>
              <a:ea typeface="Cambria"/>
              <a:cs typeface="Cambria"/>
              <a:sym typeface="Cambria"/>
            </a:endParaRPr>
          </a:p>
          <a:p>
            <a:pPr marL="1257300" marR="0" lvl="2" indent="-342900" algn="l"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Cambria"/>
                <a:ea typeface="Cambria"/>
                <a:cs typeface="Cambria"/>
                <a:sym typeface="Cambria"/>
              </a:rPr>
              <a:t>Game playing </a:t>
            </a:r>
            <a:endParaRPr sz="1400" b="0" i="0" u="none" strike="noStrike" cap="none">
              <a:solidFill>
                <a:srgbClr val="000000"/>
              </a:solidFill>
              <a:latin typeface="Arial"/>
              <a:ea typeface="Arial"/>
              <a:cs typeface="Arial"/>
              <a:sym typeface="Arial"/>
            </a:endParaRPr>
          </a:p>
          <a:p>
            <a:pPr marL="1257300" marR="0" lvl="2" indent="-342900" algn="l"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Cambria"/>
                <a:ea typeface="Cambria"/>
                <a:cs typeface="Cambria"/>
                <a:sym typeface="Cambria"/>
              </a:rPr>
              <a:t>Robotics, </a:t>
            </a:r>
            <a:endParaRPr sz="1400" b="0" i="0" u="none" strike="noStrike" cap="none">
              <a:solidFill>
                <a:srgbClr val="000000"/>
              </a:solidFill>
              <a:latin typeface="Arial"/>
              <a:ea typeface="Arial"/>
              <a:cs typeface="Arial"/>
              <a:sym typeface="Arial"/>
            </a:endParaRPr>
          </a:p>
          <a:p>
            <a:pPr marL="1257300" marR="0" lvl="2" indent="-342900" algn="l" rtl="0">
              <a:lnSpc>
                <a:spcPct val="100000"/>
              </a:lnSpc>
              <a:spcBef>
                <a:spcPts val="0"/>
              </a:spcBef>
              <a:spcAft>
                <a:spcPts val="0"/>
              </a:spcAft>
              <a:buClr>
                <a:srgbClr val="000000"/>
              </a:buClr>
              <a:buSzPts val="2000"/>
              <a:buFont typeface="Noto Sans Symbols"/>
              <a:buChar char="✔"/>
            </a:pPr>
            <a:r>
              <a:rPr lang="en-US" sz="2000" b="0" i="0" u="none" strike="noStrike" cap="none">
                <a:solidFill>
                  <a:srgbClr val="000000"/>
                </a:solidFill>
                <a:latin typeface="Cambria"/>
                <a:ea typeface="Cambria"/>
                <a:cs typeface="Cambria"/>
                <a:sym typeface="Cambria"/>
              </a:rPr>
              <a:t>self-driving cars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27"/>
          <p:cNvSpPr txBox="1">
            <a:spLocks noGrp="1"/>
          </p:cNvSpPr>
          <p:nvPr>
            <p:ph type="title"/>
          </p:nvPr>
        </p:nvSpPr>
        <p:spPr>
          <a:xfrm>
            <a:off x="415600" y="491767"/>
            <a:ext cx="11360700" cy="763500"/>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SzPts val="3200"/>
              <a:buFont typeface="IBM Plex Sans Condensed"/>
              <a:buNone/>
            </a:pPr>
            <a:endParaRPr/>
          </a:p>
        </p:txBody>
      </p:sp>
      <p:sp>
        <p:nvSpPr>
          <p:cNvPr id="413" name="Google Shape;413;p27"/>
          <p:cNvSpPr txBox="1">
            <a:spLocks noGrp="1"/>
          </p:cNvSpPr>
          <p:nvPr>
            <p:ph type="body" idx="1"/>
          </p:nvPr>
        </p:nvSpPr>
        <p:spPr>
          <a:xfrm>
            <a:off x="415600" y="1419388"/>
            <a:ext cx="11360700" cy="4672200"/>
          </a:xfrm>
          <a:prstGeom prst="rect">
            <a:avLst/>
          </a:prstGeom>
          <a:noFill/>
          <a:ln>
            <a:noFill/>
          </a:ln>
        </p:spPr>
        <p:txBody>
          <a:bodyPr spcFirstLastPara="1" wrap="square" lIns="121900" tIns="121900" rIns="121900" bIns="121900" anchor="t" anchorCtr="0">
            <a:noAutofit/>
          </a:bodyPr>
          <a:lstStyle/>
          <a:p>
            <a:pPr marL="50800" lvl="0" indent="0" algn="ctr" rtl="0">
              <a:lnSpc>
                <a:spcPct val="100000"/>
              </a:lnSpc>
              <a:spcBef>
                <a:spcPts val="0"/>
              </a:spcBef>
              <a:spcAft>
                <a:spcPts val="0"/>
              </a:spcAft>
              <a:buSzPts val="2800"/>
              <a:buNone/>
            </a:pPr>
            <a:endParaRPr sz="4000" b="1">
              <a:solidFill>
                <a:srgbClr val="CC0000"/>
              </a:solidFill>
            </a:endParaRPr>
          </a:p>
          <a:p>
            <a:pPr marL="50800" lvl="0" indent="0" algn="ctr" rtl="0">
              <a:lnSpc>
                <a:spcPct val="100000"/>
              </a:lnSpc>
              <a:spcBef>
                <a:spcPts val="0"/>
              </a:spcBef>
              <a:spcAft>
                <a:spcPts val="0"/>
              </a:spcAft>
              <a:buSzPts val="2800"/>
              <a:buNone/>
            </a:pPr>
            <a:endParaRPr sz="4000" b="1">
              <a:solidFill>
                <a:srgbClr val="CC0000"/>
              </a:solidFill>
            </a:endParaRPr>
          </a:p>
          <a:p>
            <a:pPr marL="50800" lvl="0" indent="0" algn="ctr" rtl="0">
              <a:lnSpc>
                <a:spcPct val="100000"/>
              </a:lnSpc>
              <a:spcBef>
                <a:spcPts val="0"/>
              </a:spcBef>
              <a:spcAft>
                <a:spcPts val="0"/>
              </a:spcAft>
              <a:buSzPts val="2800"/>
              <a:buNone/>
            </a:pPr>
            <a:r>
              <a:rPr lang="en-US" sz="4000" b="1">
                <a:solidFill>
                  <a:srgbClr val="CC0000"/>
                </a:solidFill>
              </a:rPr>
              <a:t>MACHINE LEARNING WORKFLOW</a:t>
            </a:r>
            <a:endParaRPr sz="4000" b="1">
              <a:solidFill>
                <a:srgbClr val="CC0000"/>
              </a:solidFill>
            </a:endParaRPr>
          </a:p>
        </p:txBody>
      </p:sp>
      <p:sp>
        <p:nvSpPr>
          <p:cNvPr id="414" name="Google Shape;414;p27"/>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28"/>
          <p:cNvSpPr txBox="1">
            <a:spLocks noGrp="1"/>
          </p:cNvSpPr>
          <p:nvPr>
            <p:ph type="title"/>
          </p:nvPr>
        </p:nvSpPr>
        <p:spPr>
          <a:xfrm>
            <a:off x="225550" y="158844"/>
            <a:ext cx="11360700" cy="494552"/>
          </a:xfrm>
          <a:prstGeom prst="rect">
            <a:avLst/>
          </a:prstGeom>
          <a:noFill/>
          <a:ln>
            <a:noFill/>
          </a:ln>
        </p:spPr>
        <p:txBody>
          <a:bodyPr spcFirstLastPara="1" wrap="square" lIns="121900" tIns="121900" rIns="121900" bIns="121900" anchor="t" anchorCtr="0">
            <a:noAutofit/>
          </a:bodyPr>
          <a:lstStyle/>
          <a:p>
            <a:pPr marL="342900" marR="0" lvl="0" indent="-342900" algn="l" rtl="0">
              <a:lnSpc>
                <a:spcPct val="100000"/>
              </a:lnSpc>
              <a:spcBef>
                <a:spcPts val="0"/>
              </a:spcBef>
              <a:spcAft>
                <a:spcPts val="0"/>
              </a:spcAft>
              <a:buClr>
                <a:srgbClr val="CC3399"/>
              </a:buClr>
              <a:buSzPts val="3200"/>
              <a:buFont typeface="Noto Sans Symbols"/>
              <a:buChar char="❖"/>
            </a:pPr>
            <a:r>
              <a:rPr lang="en-US" sz="3600" b="1" i="0" u="none" strike="noStrike" cap="none">
                <a:solidFill>
                  <a:srgbClr val="0000FF"/>
                </a:solidFill>
                <a:latin typeface="Calibri"/>
                <a:ea typeface="Calibri"/>
                <a:cs typeface="Calibri"/>
                <a:sym typeface="Calibri"/>
              </a:rPr>
              <a:t>Machine Learning Workflow</a:t>
            </a:r>
            <a:br>
              <a:rPr lang="en-US" sz="2400" b="1" i="0" u="none" strike="noStrike" cap="none">
                <a:solidFill>
                  <a:srgbClr val="000000"/>
                </a:solidFill>
                <a:latin typeface="Arial"/>
                <a:ea typeface="Arial"/>
                <a:cs typeface="Arial"/>
                <a:sym typeface="Arial"/>
              </a:rPr>
            </a:br>
            <a:endParaRPr/>
          </a:p>
        </p:txBody>
      </p:sp>
      <p:sp>
        <p:nvSpPr>
          <p:cNvPr id="420" name="Google Shape;420;p28"/>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29</a:t>
            </a:fld>
            <a:endParaRPr/>
          </a:p>
        </p:txBody>
      </p:sp>
      <p:pic>
        <p:nvPicPr>
          <p:cNvPr id="421" name="Google Shape;421;p28"/>
          <p:cNvPicPr preferRelativeResize="0"/>
          <p:nvPr/>
        </p:nvPicPr>
        <p:blipFill rotWithShape="1">
          <a:blip r:embed="rId3">
            <a:alphaModFix/>
          </a:blip>
          <a:srcRect/>
          <a:stretch/>
        </p:blipFill>
        <p:spPr>
          <a:xfrm>
            <a:off x="2147299" y="766412"/>
            <a:ext cx="8157681" cy="551109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29"/>
          <p:cNvSpPr txBox="1">
            <a:spLocks noGrp="1"/>
          </p:cNvSpPr>
          <p:nvPr>
            <p:ph type="body" idx="1"/>
          </p:nvPr>
        </p:nvSpPr>
        <p:spPr>
          <a:xfrm>
            <a:off x="302584" y="143838"/>
            <a:ext cx="11360700" cy="5567606"/>
          </a:xfrm>
          <a:prstGeom prst="rect">
            <a:avLst/>
          </a:prstGeom>
          <a:noFill/>
          <a:ln>
            <a:noFill/>
          </a:ln>
        </p:spPr>
        <p:txBody>
          <a:bodyPr spcFirstLastPara="1" wrap="square" lIns="121900" tIns="121900" rIns="121900" bIns="121900" anchor="t" anchorCtr="0">
            <a:noAutofit/>
          </a:bodyPr>
          <a:lstStyle/>
          <a:p>
            <a:pPr marL="457200" lvl="0" indent="-406400" algn="l" rtl="0">
              <a:lnSpc>
                <a:spcPct val="100000"/>
              </a:lnSpc>
              <a:spcBef>
                <a:spcPts val="0"/>
              </a:spcBef>
              <a:spcAft>
                <a:spcPts val="0"/>
              </a:spcAft>
              <a:buSzPts val="2800"/>
              <a:buNone/>
            </a:pPr>
            <a:r>
              <a:rPr lang="en-US" b="1" i="0">
                <a:solidFill>
                  <a:srgbClr val="6600FF"/>
                </a:solidFill>
                <a:latin typeface="Calibri"/>
                <a:ea typeface="Calibri"/>
                <a:cs typeface="Calibri"/>
                <a:sym typeface="Calibri"/>
              </a:rPr>
              <a:t>1. Collect Data</a:t>
            </a:r>
            <a:endParaRPr/>
          </a:p>
          <a:p>
            <a:pPr marL="457200" lvl="0" indent="-406400" algn="just" rtl="0">
              <a:lnSpc>
                <a:spcPct val="100000"/>
              </a:lnSpc>
              <a:spcBef>
                <a:spcPts val="0"/>
              </a:spcBef>
              <a:spcAft>
                <a:spcPts val="0"/>
              </a:spcAft>
              <a:buSzPts val="2800"/>
              <a:buFont typeface="Arial"/>
              <a:buChar char="•"/>
            </a:pPr>
            <a:r>
              <a:rPr lang="en-US" sz="2400" b="0" i="0">
                <a:solidFill>
                  <a:schemeClr val="dk1"/>
                </a:solidFill>
                <a:latin typeface="Calibri"/>
                <a:ea typeface="Calibri"/>
                <a:cs typeface="Calibri"/>
                <a:sym typeface="Calibri"/>
              </a:rPr>
              <a:t>Before anything else you need </a:t>
            </a:r>
            <a:r>
              <a:rPr lang="en-US" sz="2400" b="1" i="0">
                <a:solidFill>
                  <a:schemeClr val="dk1"/>
                </a:solidFill>
                <a:latin typeface="Calibri"/>
                <a:ea typeface="Calibri"/>
                <a:cs typeface="Calibri"/>
                <a:sym typeface="Calibri"/>
              </a:rPr>
              <a:t>data</a:t>
            </a:r>
            <a:r>
              <a:rPr lang="en-US" sz="2400" b="0" i="0">
                <a:solidFill>
                  <a:schemeClr val="dk1"/>
                </a:solidFill>
                <a:latin typeface="Calibri"/>
                <a:ea typeface="Calibri"/>
                <a:cs typeface="Calibri"/>
                <a:sym typeface="Calibri"/>
              </a:rPr>
              <a:t>. Data can come from many sources like surveys, sensors or databases. This data could be about anything like customer details, images or sales numbers. The more data you have the better the model will perform.</a:t>
            </a:r>
            <a:endParaRPr/>
          </a:p>
          <a:p>
            <a:pPr marL="457200" lvl="0" indent="-228600" algn="just" rtl="0">
              <a:lnSpc>
                <a:spcPct val="100000"/>
              </a:lnSpc>
              <a:spcBef>
                <a:spcPts val="0"/>
              </a:spcBef>
              <a:spcAft>
                <a:spcPts val="0"/>
              </a:spcAft>
              <a:buSzPts val="2800"/>
              <a:buFont typeface="Arial"/>
              <a:buNone/>
            </a:pPr>
            <a:endParaRPr sz="2400" b="0" i="0">
              <a:solidFill>
                <a:schemeClr val="dk1"/>
              </a:solidFill>
              <a:latin typeface="Calibri"/>
              <a:ea typeface="Calibri"/>
              <a:cs typeface="Calibri"/>
              <a:sym typeface="Calibri"/>
            </a:endParaRPr>
          </a:p>
          <a:p>
            <a:pPr marL="457200" lvl="0" indent="-406400" algn="just" rtl="0">
              <a:lnSpc>
                <a:spcPct val="100000"/>
              </a:lnSpc>
              <a:spcBef>
                <a:spcPts val="0"/>
              </a:spcBef>
              <a:spcAft>
                <a:spcPts val="0"/>
              </a:spcAft>
              <a:buSzPts val="2800"/>
              <a:buFont typeface="Arial"/>
              <a:buChar char="•"/>
            </a:pPr>
            <a:r>
              <a:rPr lang="en-US" sz="2400" b="0" i="0">
                <a:solidFill>
                  <a:schemeClr val="dk1"/>
                </a:solidFill>
                <a:latin typeface="Calibri"/>
                <a:ea typeface="Calibri"/>
                <a:cs typeface="Calibri"/>
                <a:sym typeface="Calibri"/>
              </a:rPr>
              <a:t>The </a:t>
            </a:r>
            <a:r>
              <a:rPr lang="en-US" sz="2400" b="1" i="0">
                <a:solidFill>
                  <a:schemeClr val="dk1"/>
                </a:solidFill>
                <a:latin typeface="Calibri"/>
                <a:ea typeface="Calibri"/>
                <a:cs typeface="Calibri"/>
                <a:sym typeface="Calibri"/>
              </a:rPr>
              <a:t>quality of your data </a:t>
            </a:r>
            <a:r>
              <a:rPr lang="en-US" sz="2400" b="0" i="0">
                <a:solidFill>
                  <a:schemeClr val="dk1"/>
                </a:solidFill>
                <a:latin typeface="Calibri"/>
                <a:ea typeface="Calibri"/>
                <a:cs typeface="Calibri"/>
                <a:sym typeface="Calibri"/>
              </a:rPr>
              <a:t>is important because the model learns from it. More accurate and relevant data leads to better predictions. If the data is wrong or incomplete the model won’t perform well.</a:t>
            </a:r>
            <a:endParaRPr/>
          </a:p>
          <a:p>
            <a:pPr marL="457200" lvl="0" indent="-228600" algn="just" rtl="0">
              <a:lnSpc>
                <a:spcPct val="100000"/>
              </a:lnSpc>
              <a:spcBef>
                <a:spcPts val="0"/>
              </a:spcBef>
              <a:spcAft>
                <a:spcPts val="0"/>
              </a:spcAft>
              <a:buSzPts val="2800"/>
              <a:buFont typeface="Arial"/>
              <a:buNone/>
            </a:pPr>
            <a:endParaRPr sz="2400" b="0" i="0">
              <a:solidFill>
                <a:schemeClr val="dk1"/>
              </a:solidFill>
              <a:latin typeface="Calibri"/>
              <a:ea typeface="Calibri"/>
              <a:cs typeface="Calibri"/>
              <a:sym typeface="Calibri"/>
            </a:endParaRPr>
          </a:p>
          <a:p>
            <a:pPr marL="457200" lvl="0" indent="-406400" algn="just" rtl="0">
              <a:lnSpc>
                <a:spcPct val="100000"/>
              </a:lnSpc>
              <a:spcBef>
                <a:spcPts val="0"/>
              </a:spcBef>
              <a:spcAft>
                <a:spcPts val="0"/>
              </a:spcAft>
              <a:buSzPts val="2800"/>
              <a:buFont typeface="Arial"/>
              <a:buChar char="•"/>
            </a:pPr>
            <a:r>
              <a:rPr lang="en-US" sz="2400" b="0" i="0">
                <a:solidFill>
                  <a:schemeClr val="dk1"/>
                </a:solidFill>
                <a:latin typeface="Calibri"/>
                <a:ea typeface="Calibri"/>
                <a:cs typeface="Calibri"/>
                <a:sym typeface="Calibri"/>
              </a:rPr>
              <a:t>The </a:t>
            </a:r>
            <a:r>
              <a:rPr lang="en-US" sz="2400" b="1" i="0">
                <a:solidFill>
                  <a:schemeClr val="dk1"/>
                </a:solidFill>
                <a:latin typeface="Calibri"/>
                <a:ea typeface="Calibri"/>
                <a:cs typeface="Calibri"/>
                <a:sym typeface="Calibri"/>
              </a:rPr>
              <a:t>type of data </a:t>
            </a:r>
            <a:r>
              <a:rPr lang="en-US" sz="2400" b="0" i="0">
                <a:solidFill>
                  <a:schemeClr val="dk1"/>
                </a:solidFill>
                <a:latin typeface="Calibri"/>
                <a:ea typeface="Calibri"/>
                <a:cs typeface="Calibri"/>
                <a:sym typeface="Calibri"/>
              </a:rPr>
              <a:t>you collect depends on the problem you're trying to solve. Eg. If you're building a recommendation system then user interactions and preferences become important. For a speech recognition system audio data is important.</a:t>
            </a:r>
            <a:endParaRPr/>
          </a:p>
          <a:p>
            <a:pPr marL="50800" lvl="0" indent="0" algn="l" rtl="0">
              <a:lnSpc>
                <a:spcPct val="100000"/>
              </a:lnSpc>
              <a:spcBef>
                <a:spcPts val="0"/>
              </a:spcBef>
              <a:spcAft>
                <a:spcPts val="0"/>
              </a:spcAft>
              <a:buSzPts val="2800"/>
              <a:buNone/>
            </a:pPr>
            <a:endParaRPr/>
          </a:p>
        </p:txBody>
      </p:sp>
      <p:sp>
        <p:nvSpPr>
          <p:cNvPr id="427" name="Google Shape;427;p29"/>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30"/>
          <p:cNvSpPr txBox="1">
            <a:spLocks noGrp="1"/>
          </p:cNvSpPr>
          <p:nvPr>
            <p:ph type="body" idx="1"/>
          </p:nvPr>
        </p:nvSpPr>
        <p:spPr>
          <a:xfrm>
            <a:off x="415600" y="390419"/>
            <a:ext cx="11360700" cy="5701170"/>
          </a:xfrm>
          <a:prstGeom prst="rect">
            <a:avLst/>
          </a:prstGeom>
          <a:noFill/>
          <a:ln>
            <a:noFill/>
          </a:ln>
        </p:spPr>
        <p:txBody>
          <a:bodyPr spcFirstLastPara="1" wrap="square" lIns="121900" tIns="121900" rIns="121900" bIns="121900" anchor="t" anchorCtr="0">
            <a:noAutofit/>
          </a:bodyPr>
          <a:lstStyle/>
          <a:p>
            <a:pPr marL="457200" lvl="0" indent="-406400" algn="l" rtl="0">
              <a:lnSpc>
                <a:spcPct val="100000"/>
              </a:lnSpc>
              <a:spcBef>
                <a:spcPts val="0"/>
              </a:spcBef>
              <a:spcAft>
                <a:spcPts val="0"/>
              </a:spcAft>
              <a:buSzPts val="2800"/>
              <a:buNone/>
            </a:pPr>
            <a:r>
              <a:rPr lang="en-US" b="1">
                <a:solidFill>
                  <a:srgbClr val="6600FF"/>
                </a:solidFill>
                <a:latin typeface="Calibri"/>
                <a:ea typeface="Calibri"/>
                <a:cs typeface="Calibri"/>
                <a:sym typeface="Calibri"/>
              </a:rPr>
              <a:t>2. Preprocess Data</a:t>
            </a:r>
            <a:endParaRPr/>
          </a:p>
          <a:p>
            <a:pPr marL="457200" lvl="0" indent="-406400" algn="l" rtl="0">
              <a:lnSpc>
                <a:spcPct val="100000"/>
              </a:lnSpc>
              <a:spcBef>
                <a:spcPts val="0"/>
              </a:spcBef>
              <a:spcAft>
                <a:spcPts val="0"/>
              </a:spcAft>
              <a:buSzPts val="2800"/>
              <a:buNone/>
            </a:pPr>
            <a:r>
              <a:rPr lang="en-US" sz="2400" b="0" i="0">
                <a:solidFill>
                  <a:srgbClr val="273239"/>
                </a:solidFill>
                <a:latin typeface="Calibri"/>
                <a:ea typeface="Calibri"/>
                <a:cs typeface="Calibri"/>
                <a:sym typeface="Calibri"/>
              </a:rPr>
              <a:t>	</a:t>
            </a:r>
            <a:r>
              <a:rPr lang="en-US" sz="2500" b="0" i="0">
                <a:solidFill>
                  <a:srgbClr val="273239"/>
                </a:solidFill>
                <a:latin typeface="Calibri"/>
                <a:ea typeface="Calibri"/>
                <a:cs typeface="Calibri"/>
                <a:sym typeface="Calibri"/>
              </a:rPr>
              <a:t>Once you have data it needs to be cleaned. Raw data can have missing values, errors or irrelevant information.</a:t>
            </a:r>
            <a:endParaRPr/>
          </a:p>
          <a:p>
            <a:pPr marL="457200" lvl="0" indent="-406400" algn="l" rtl="0">
              <a:lnSpc>
                <a:spcPct val="100000"/>
              </a:lnSpc>
              <a:spcBef>
                <a:spcPts val="0"/>
              </a:spcBef>
              <a:spcAft>
                <a:spcPts val="0"/>
              </a:spcAft>
              <a:buSzPts val="2800"/>
              <a:buNone/>
            </a:pPr>
            <a:endParaRPr sz="2500" b="0" i="0">
              <a:solidFill>
                <a:srgbClr val="273239"/>
              </a:solidFill>
              <a:latin typeface="Calibri"/>
              <a:ea typeface="Calibri"/>
              <a:cs typeface="Calibri"/>
              <a:sym typeface="Calibri"/>
            </a:endParaRPr>
          </a:p>
          <a:p>
            <a:pPr marL="457200" lvl="0" indent="-406400" algn="l" rtl="0">
              <a:lnSpc>
                <a:spcPct val="100000"/>
              </a:lnSpc>
              <a:spcBef>
                <a:spcPts val="0"/>
              </a:spcBef>
              <a:spcAft>
                <a:spcPts val="0"/>
              </a:spcAft>
              <a:buSzPts val="2800"/>
              <a:buNone/>
            </a:pPr>
            <a:r>
              <a:rPr lang="en-US" sz="2500" b="0" i="0">
                <a:solidFill>
                  <a:srgbClr val="273239"/>
                </a:solidFill>
                <a:latin typeface="Calibri"/>
                <a:ea typeface="Calibri"/>
                <a:cs typeface="Calibri"/>
                <a:sym typeface="Calibri"/>
              </a:rPr>
              <a:t> 	</a:t>
            </a:r>
            <a:r>
              <a:rPr lang="en-US" sz="2500" b="0" i="1">
                <a:solidFill>
                  <a:srgbClr val="273239"/>
                </a:solidFill>
                <a:latin typeface="Calibri"/>
                <a:ea typeface="Calibri"/>
                <a:cs typeface="Calibri"/>
                <a:sym typeface="Calibri"/>
              </a:rPr>
              <a:t>Preprocessing involves:</a:t>
            </a:r>
            <a:endParaRPr/>
          </a:p>
          <a:p>
            <a:pPr marL="457200" lvl="0" indent="-406400" algn="l" rtl="0">
              <a:lnSpc>
                <a:spcPct val="100000"/>
              </a:lnSpc>
              <a:spcBef>
                <a:spcPts val="0"/>
              </a:spcBef>
              <a:spcAft>
                <a:spcPts val="0"/>
              </a:spcAft>
              <a:buSzPts val="2800"/>
              <a:buNone/>
            </a:pPr>
            <a:endParaRPr sz="2500" b="0" i="0">
              <a:solidFill>
                <a:srgbClr val="273239"/>
              </a:solidFill>
              <a:latin typeface="Calibri"/>
              <a:ea typeface="Calibri"/>
              <a:cs typeface="Calibri"/>
              <a:sym typeface="Calibri"/>
            </a:endParaRPr>
          </a:p>
          <a:p>
            <a:pPr marL="457200" lvl="0" indent="-406400" algn="l" rtl="0">
              <a:lnSpc>
                <a:spcPct val="100000"/>
              </a:lnSpc>
              <a:spcBef>
                <a:spcPts val="0"/>
              </a:spcBef>
              <a:spcAft>
                <a:spcPts val="0"/>
              </a:spcAft>
              <a:buSzPts val="2800"/>
              <a:buFont typeface="Noto Sans Symbols"/>
              <a:buChar char="▪"/>
            </a:pPr>
            <a:r>
              <a:rPr lang="en-US" sz="2500" b="0" i="0">
                <a:solidFill>
                  <a:srgbClr val="0070C0"/>
                </a:solidFill>
                <a:latin typeface="Calibri"/>
                <a:ea typeface="Calibri"/>
                <a:cs typeface="Calibri"/>
                <a:sym typeface="Calibri"/>
              </a:rPr>
              <a:t>Handling missing values </a:t>
            </a:r>
            <a:r>
              <a:rPr lang="en-US" sz="2500" b="0" i="0">
                <a:solidFill>
                  <a:schemeClr val="dk1"/>
                </a:solidFill>
                <a:latin typeface="Calibri"/>
                <a:ea typeface="Calibri"/>
                <a:cs typeface="Calibri"/>
                <a:sym typeface="Calibri"/>
              </a:rPr>
              <a:t>either by removing them or filling them with sensible values.</a:t>
            </a:r>
            <a:endParaRPr/>
          </a:p>
          <a:p>
            <a:pPr marL="457200" lvl="0" indent="-406400" algn="l" rtl="0">
              <a:lnSpc>
                <a:spcPct val="100000"/>
              </a:lnSpc>
              <a:spcBef>
                <a:spcPts val="0"/>
              </a:spcBef>
              <a:spcAft>
                <a:spcPts val="0"/>
              </a:spcAft>
              <a:buSzPts val="2800"/>
              <a:buFont typeface="Noto Sans Symbols"/>
              <a:buChar char="▪"/>
            </a:pPr>
            <a:r>
              <a:rPr lang="en-US" sz="2500" b="0" i="0">
                <a:solidFill>
                  <a:schemeClr val="dk1"/>
                </a:solidFill>
                <a:latin typeface="Calibri"/>
                <a:ea typeface="Calibri"/>
                <a:cs typeface="Calibri"/>
                <a:sym typeface="Calibri"/>
              </a:rPr>
              <a:t>Converting text into numbers. For example, turning words into numbers using techniques like one-hot encoding.</a:t>
            </a:r>
            <a:endParaRPr/>
          </a:p>
          <a:p>
            <a:pPr marL="457200" lvl="0" indent="-406400" algn="l" rtl="0">
              <a:lnSpc>
                <a:spcPct val="100000"/>
              </a:lnSpc>
              <a:spcBef>
                <a:spcPts val="0"/>
              </a:spcBef>
              <a:spcAft>
                <a:spcPts val="0"/>
              </a:spcAft>
              <a:buSzPts val="2800"/>
              <a:buFont typeface="Noto Sans Symbols"/>
              <a:buChar char="▪"/>
            </a:pPr>
            <a:r>
              <a:rPr lang="en-US" sz="2500" b="0" i="0">
                <a:solidFill>
                  <a:srgbClr val="0070C0"/>
                </a:solidFill>
                <a:latin typeface="Calibri"/>
                <a:ea typeface="Calibri"/>
                <a:cs typeface="Calibri"/>
                <a:sym typeface="Calibri"/>
              </a:rPr>
              <a:t>Normalizing or scaling data </a:t>
            </a:r>
            <a:r>
              <a:rPr lang="en-US" sz="2500" b="0" i="0">
                <a:solidFill>
                  <a:schemeClr val="dk1"/>
                </a:solidFill>
                <a:latin typeface="Calibri"/>
                <a:ea typeface="Calibri"/>
                <a:cs typeface="Calibri"/>
                <a:sym typeface="Calibri"/>
              </a:rPr>
              <a:t>ensure that no feature is too large or too small compared to others.</a:t>
            </a:r>
            <a:endParaRPr/>
          </a:p>
          <a:p>
            <a:pPr marL="50800" lvl="0" indent="0" algn="l" rtl="0">
              <a:lnSpc>
                <a:spcPct val="100000"/>
              </a:lnSpc>
              <a:spcBef>
                <a:spcPts val="1800"/>
              </a:spcBef>
              <a:spcAft>
                <a:spcPts val="0"/>
              </a:spcAft>
              <a:buSzPts val="2800"/>
              <a:buNone/>
            </a:pPr>
            <a:endParaRPr sz="2400">
              <a:latin typeface="Calibri"/>
              <a:ea typeface="Calibri"/>
              <a:cs typeface="Calibri"/>
              <a:sym typeface="Calibri"/>
            </a:endParaRPr>
          </a:p>
        </p:txBody>
      </p:sp>
      <p:sp>
        <p:nvSpPr>
          <p:cNvPr id="433" name="Google Shape;433;p30"/>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31"/>
          <p:cNvSpPr txBox="1">
            <a:spLocks noGrp="1"/>
          </p:cNvSpPr>
          <p:nvPr>
            <p:ph type="body" idx="1"/>
          </p:nvPr>
        </p:nvSpPr>
        <p:spPr>
          <a:xfrm>
            <a:off x="66782" y="306223"/>
            <a:ext cx="12058436" cy="6503541"/>
          </a:xfrm>
          <a:prstGeom prst="rect">
            <a:avLst/>
          </a:prstGeom>
          <a:noFill/>
          <a:ln>
            <a:noFill/>
          </a:ln>
        </p:spPr>
        <p:txBody>
          <a:bodyPr spcFirstLastPara="1" wrap="square" lIns="121900" tIns="121900" rIns="121900" bIns="121900" anchor="t" anchorCtr="0">
            <a:noAutofit/>
          </a:bodyPr>
          <a:lstStyle/>
          <a:p>
            <a:pPr marL="180000" lvl="0" indent="-180000" algn="l" rtl="0">
              <a:lnSpc>
                <a:spcPct val="100000"/>
              </a:lnSpc>
              <a:spcBef>
                <a:spcPts val="0"/>
              </a:spcBef>
              <a:spcAft>
                <a:spcPts val="0"/>
              </a:spcAft>
              <a:buSzPts val="2800"/>
              <a:buNone/>
            </a:pPr>
            <a:r>
              <a:rPr lang="en-US" sz="2400" b="1" i="0">
                <a:solidFill>
                  <a:srgbClr val="6600FF"/>
                </a:solidFill>
                <a:latin typeface="Calibri"/>
                <a:ea typeface="Calibri"/>
                <a:cs typeface="Calibri"/>
                <a:sym typeface="Calibri"/>
              </a:rPr>
              <a:t>3. Choose a Model</a:t>
            </a:r>
            <a:endParaRPr/>
          </a:p>
          <a:p>
            <a:pPr marL="457200" lvl="0" indent="-406400" algn="just" rtl="0">
              <a:lnSpc>
                <a:spcPct val="100000"/>
              </a:lnSpc>
              <a:spcBef>
                <a:spcPts val="0"/>
              </a:spcBef>
              <a:spcAft>
                <a:spcPts val="0"/>
              </a:spcAft>
              <a:buSzPts val="2800"/>
              <a:buNone/>
            </a:pPr>
            <a:r>
              <a:rPr lang="en-US" sz="2400" b="0" i="0">
                <a:solidFill>
                  <a:srgbClr val="273239"/>
                </a:solidFill>
                <a:latin typeface="Calibri"/>
                <a:ea typeface="Calibri"/>
                <a:cs typeface="Calibri"/>
                <a:sym typeface="Calibri"/>
              </a:rPr>
              <a:t>There are many types of machine learning models to choose from and it depend on the problem you're solving. Widely used are:</a:t>
            </a:r>
            <a:endParaRPr/>
          </a:p>
          <a:p>
            <a:pPr marL="457200" lvl="0" indent="-406400" algn="just" rtl="0">
              <a:lnSpc>
                <a:spcPct val="100000"/>
              </a:lnSpc>
              <a:spcBef>
                <a:spcPts val="0"/>
              </a:spcBef>
              <a:spcAft>
                <a:spcPts val="0"/>
              </a:spcAft>
              <a:buSzPts val="2800"/>
              <a:buFont typeface="Arial"/>
              <a:buChar char="•"/>
            </a:pPr>
            <a:r>
              <a:rPr lang="en-US" sz="2400" b="1" i="0">
                <a:solidFill>
                  <a:srgbClr val="357960"/>
                </a:solidFill>
                <a:latin typeface="Calibri"/>
                <a:ea typeface="Calibri"/>
                <a:cs typeface="Calibri"/>
                <a:sym typeface="Calibri"/>
              </a:rPr>
              <a:t>Supervised Learning</a:t>
            </a:r>
            <a:r>
              <a:rPr lang="en-US" sz="2400" b="1" i="0">
                <a:solidFill>
                  <a:srgbClr val="273239"/>
                </a:solidFill>
                <a:latin typeface="Calibri"/>
                <a:ea typeface="Calibri"/>
                <a:cs typeface="Calibri"/>
                <a:sym typeface="Calibri"/>
              </a:rPr>
              <a:t>:</a:t>
            </a:r>
            <a:r>
              <a:rPr lang="en-US" sz="2400" b="0" i="0">
                <a:solidFill>
                  <a:srgbClr val="273239"/>
                </a:solidFill>
                <a:latin typeface="Calibri"/>
                <a:ea typeface="Calibri"/>
                <a:cs typeface="Calibri"/>
                <a:sym typeface="Calibri"/>
              </a:rPr>
              <a:t> Trains models on labeled data to predict or classify new, unseen data.</a:t>
            </a:r>
            <a:endParaRPr/>
          </a:p>
          <a:p>
            <a:pPr marL="457200" lvl="0" indent="-406400" algn="just" rtl="0">
              <a:lnSpc>
                <a:spcPct val="100000"/>
              </a:lnSpc>
              <a:spcBef>
                <a:spcPts val="0"/>
              </a:spcBef>
              <a:spcAft>
                <a:spcPts val="0"/>
              </a:spcAft>
              <a:buSzPts val="2800"/>
              <a:buFont typeface="Arial"/>
              <a:buChar char="•"/>
            </a:pPr>
            <a:r>
              <a:rPr lang="en-US" sz="2400" b="1" i="0">
                <a:solidFill>
                  <a:srgbClr val="357960"/>
                </a:solidFill>
                <a:latin typeface="Calibri"/>
                <a:ea typeface="Calibri"/>
                <a:cs typeface="Calibri"/>
                <a:sym typeface="Calibri"/>
              </a:rPr>
              <a:t>Unsupervised Learning</a:t>
            </a:r>
            <a:r>
              <a:rPr lang="en-US" sz="2400" b="0" i="0">
                <a:solidFill>
                  <a:srgbClr val="273239"/>
                </a:solidFill>
                <a:latin typeface="Calibri"/>
                <a:ea typeface="Calibri"/>
                <a:cs typeface="Calibri"/>
                <a:sym typeface="Calibri"/>
              </a:rPr>
              <a:t>: Finds patterns or groups in unlabeled data, like clustering or dimensionality reduction.</a:t>
            </a:r>
            <a:endParaRPr/>
          </a:p>
          <a:p>
            <a:pPr marL="457200" lvl="0" indent="-406400" algn="just" rtl="0">
              <a:lnSpc>
                <a:spcPct val="100000"/>
              </a:lnSpc>
              <a:spcBef>
                <a:spcPts val="0"/>
              </a:spcBef>
              <a:spcAft>
                <a:spcPts val="0"/>
              </a:spcAft>
              <a:buSzPts val="2800"/>
              <a:buFont typeface="Arial"/>
              <a:buChar char="•"/>
            </a:pPr>
            <a:r>
              <a:rPr lang="en-US" sz="2400" b="1" i="0">
                <a:solidFill>
                  <a:srgbClr val="357960"/>
                </a:solidFill>
                <a:latin typeface="Calibri"/>
                <a:ea typeface="Calibri"/>
                <a:cs typeface="Calibri"/>
                <a:sym typeface="Calibri"/>
              </a:rPr>
              <a:t>Semi-Supervised Learning</a:t>
            </a:r>
            <a:r>
              <a:rPr lang="en-US" sz="2400" b="1" i="0" u="sng">
                <a:solidFill>
                  <a:srgbClr val="357960"/>
                </a:solidFill>
                <a:latin typeface="Calibri"/>
                <a:ea typeface="Calibri"/>
                <a:cs typeface="Calibri"/>
                <a:sym typeface="Calibri"/>
              </a:rPr>
              <a:t>:</a:t>
            </a:r>
            <a:r>
              <a:rPr lang="en-US" sz="2400" b="0" i="0" u="sng">
                <a:solidFill>
                  <a:srgbClr val="357960"/>
                </a:solidFill>
                <a:latin typeface="Calibri"/>
                <a:ea typeface="Calibri"/>
                <a:cs typeface="Calibri"/>
                <a:sym typeface="Calibri"/>
              </a:rPr>
              <a:t> </a:t>
            </a:r>
            <a:r>
              <a:rPr lang="en-US" sz="2400" b="0" i="0">
                <a:solidFill>
                  <a:srgbClr val="273239"/>
                </a:solidFill>
                <a:latin typeface="Calibri"/>
                <a:ea typeface="Calibri"/>
                <a:cs typeface="Calibri"/>
                <a:sym typeface="Calibri"/>
              </a:rPr>
              <a:t>uses a mix of labeled and unlabeled data, making it helpful when labeling data is costly or time-consuming.</a:t>
            </a:r>
            <a:endParaRPr/>
          </a:p>
          <a:p>
            <a:pPr marL="457200" lvl="0" indent="-406400" algn="just" rtl="0">
              <a:lnSpc>
                <a:spcPct val="100000"/>
              </a:lnSpc>
              <a:spcBef>
                <a:spcPts val="0"/>
              </a:spcBef>
              <a:spcAft>
                <a:spcPts val="0"/>
              </a:spcAft>
              <a:buSzPts val="2800"/>
              <a:buFont typeface="Arial"/>
              <a:buChar char="•"/>
            </a:pPr>
            <a:r>
              <a:rPr lang="en-US" sz="2400" b="1" i="0">
                <a:solidFill>
                  <a:srgbClr val="357960"/>
                </a:solidFill>
                <a:latin typeface="Calibri"/>
                <a:ea typeface="Calibri"/>
                <a:cs typeface="Calibri"/>
                <a:sym typeface="Calibri"/>
              </a:rPr>
              <a:t>Reinforcement Learning</a:t>
            </a:r>
            <a:r>
              <a:rPr lang="en-US" sz="2400" b="0" i="0">
                <a:solidFill>
                  <a:srgbClr val="273239"/>
                </a:solidFill>
                <a:latin typeface="Calibri"/>
                <a:ea typeface="Calibri"/>
                <a:cs typeface="Calibri"/>
                <a:sym typeface="Calibri"/>
              </a:rPr>
              <a:t>: Learns through trial and error to maximize rewards and is ideal for decision-making tasks.</a:t>
            </a:r>
            <a:endParaRPr/>
          </a:p>
          <a:p>
            <a:pPr marL="457200" lvl="0" indent="-406400" algn="just" rtl="0">
              <a:lnSpc>
                <a:spcPct val="100000"/>
              </a:lnSpc>
              <a:spcBef>
                <a:spcPts val="0"/>
              </a:spcBef>
              <a:spcAft>
                <a:spcPts val="0"/>
              </a:spcAft>
              <a:buSzPts val="2800"/>
              <a:buNone/>
            </a:pPr>
            <a:r>
              <a:rPr lang="en-US" sz="2400" b="1" i="0">
                <a:solidFill>
                  <a:srgbClr val="6600FF"/>
                </a:solidFill>
                <a:latin typeface="Calibri"/>
                <a:ea typeface="Calibri"/>
                <a:cs typeface="Calibri"/>
                <a:sym typeface="Calibri"/>
              </a:rPr>
              <a:t>4. Train the Model</a:t>
            </a:r>
            <a:endParaRPr/>
          </a:p>
          <a:p>
            <a:pPr marL="457200" lvl="0" indent="-406400" algn="just" rtl="0">
              <a:lnSpc>
                <a:spcPct val="100000"/>
              </a:lnSpc>
              <a:spcBef>
                <a:spcPts val="0"/>
              </a:spcBef>
              <a:spcAft>
                <a:spcPts val="0"/>
              </a:spcAft>
              <a:buSzPts val="2800"/>
              <a:buFont typeface="Arial"/>
              <a:buChar char="•"/>
            </a:pPr>
            <a:r>
              <a:rPr lang="en-US" sz="2400" b="0" i="0">
                <a:solidFill>
                  <a:srgbClr val="273239"/>
                </a:solidFill>
                <a:latin typeface="Calibri"/>
                <a:ea typeface="Calibri"/>
                <a:cs typeface="Calibri"/>
                <a:sym typeface="Calibri"/>
              </a:rPr>
              <a:t>In this step the model learns from the data. The training process involves feeding the data into the model and adjusting it so it can predict the output correctly.</a:t>
            </a:r>
            <a:endParaRPr/>
          </a:p>
          <a:p>
            <a:pPr marL="457200" lvl="0" indent="-406400" algn="just" rtl="0">
              <a:lnSpc>
                <a:spcPct val="100000"/>
              </a:lnSpc>
              <a:spcBef>
                <a:spcPts val="0"/>
              </a:spcBef>
              <a:spcAft>
                <a:spcPts val="0"/>
              </a:spcAft>
              <a:buSzPts val="2800"/>
              <a:buFont typeface="Arial"/>
              <a:buChar char="•"/>
            </a:pPr>
            <a:r>
              <a:rPr lang="en-US" sz="2400" b="0" i="0">
                <a:solidFill>
                  <a:srgbClr val="273239"/>
                </a:solidFill>
                <a:latin typeface="Calibri"/>
                <a:ea typeface="Calibri"/>
                <a:cs typeface="Calibri"/>
                <a:sym typeface="Calibri"/>
              </a:rPr>
              <a:t>During training the model makes predictions and then compares them to the actual answers. It then adjusts itself to reduce errors. This process is repeated many times and gradually improves model's accuracy.</a:t>
            </a:r>
            <a:endParaRPr/>
          </a:p>
          <a:p>
            <a:pPr marL="50800" lvl="0" indent="0" algn="l" rtl="0">
              <a:lnSpc>
                <a:spcPct val="100000"/>
              </a:lnSpc>
              <a:spcBef>
                <a:spcPts val="1800"/>
              </a:spcBef>
              <a:spcAft>
                <a:spcPts val="0"/>
              </a:spcAft>
              <a:buSzPts val="2800"/>
              <a:buNone/>
            </a:pPr>
            <a:endParaRPr sz="2400">
              <a:latin typeface="Calibri"/>
              <a:ea typeface="Calibri"/>
              <a:cs typeface="Calibri"/>
              <a:sym typeface="Calibri"/>
            </a:endParaRPr>
          </a:p>
        </p:txBody>
      </p:sp>
      <p:sp>
        <p:nvSpPr>
          <p:cNvPr id="440" name="Google Shape;440;p31"/>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32"/>
          <p:cNvSpPr txBox="1">
            <a:spLocks noGrp="1"/>
          </p:cNvSpPr>
          <p:nvPr>
            <p:ph type="body" idx="1"/>
          </p:nvPr>
        </p:nvSpPr>
        <p:spPr>
          <a:xfrm>
            <a:off x="415600" y="544530"/>
            <a:ext cx="11360700" cy="5547058"/>
          </a:xfrm>
          <a:prstGeom prst="rect">
            <a:avLst/>
          </a:prstGeom>
          <a:noFill/>
          <a:ln>
            <a:noFill/>
          </a:ln>
        </p:spPr>
        <p:txBody>
          <a:bodyPr spcFirstLastPara="1" wrap="square" lIns="121900" tIns="121900" rIns="121900" bIns="121900" anchor="t" anchorCtr="0">
            <a:noAutofit/>
          </a:bodyPr>
          <a:lstStyle/>
          <a:p>
            <a:pPr marL="457200" lvl="0" indent="-406400" algn="l" rtl="0">
              <a:lnSpc>
                <a:spcPct val="100000"/>
              </a:lnSpc>
              <a:spcBef>
                <a:spcPts val="0"/>
              </a:spcBef>
              <a:spcAft>
                <a:spcPts val="0"/>
              </a:spcAft>
              <a:buSzPts val="2800"/>
              <a:buNone/>
            </a:pPr>
            <a:r>
              <a:rPr lang="en-US" sz="2400" b="1" i="0">
                <a:solidFill>
                  <a:srgbClr val="6600FF"/>
                </a:solidFill>
                <a:latin typeface="Calibri"/>
                <a:ea typeface="Calibri"/>
                <a:cs typeface="Calibri"/>
                <a:sym typeface="Calibri"/>
              </a:rPr>
              <a:t>5. Evaluate the Model</a:t>
            </a:r>
            <a:endParaRPr/>
          </a:p>
          <a:p>
            <a:pPr marL="457200" lvl="0" indent="-406400" algn="just" rtl="0">
              <a:lnSpc>
                <a:spcPct val="100000"/>
              </a:lnSpc>
              <a:spcBef>
                <a:spcPts val="0"/>
              </a:spcBef>
              <a:spcAft>
                <a:spcPts val="0"/>
              </a:spcAft>
              <a:buSzPts val="2800"/>
              <a:buNone/>
            </a:pPr>
            <a:r>
              <a:rPr lang="en-US" sz="2400" b="0" i="0">
                <a:solidFill>
                  <a:srgbClr val="273239"/>
                </a:solidFill>
                <a:latin typeface="Calibri"/>
                <a:ea typeface="Calibri"/>
                <a:cs typeface="Calibri"/>
                <a:sym typeface="Calibri"/>
              </a:rPr>
              <a:t>	After training the model, it needs to be </a:t>
            </a:r>
            <a:r>
              <a:rPr lang="en-US" sz="2400" b="0" i="0">
                <a:solidFill>
                  <a:srgbClr val="0070C0"/>
                </a:solidFill>
                <a:latin typeface="Calibri"/>
                <a:ea typeface="Calibri"/>
                <a:cs typeface="Calibri"/>
                <a:sym typeface="Calibri"/>
              </a:rPr>
              <a:t>evaluated</a:t>
            </a:r>
            <a:r>
              <a:rPr lang="en-US" sz="2400" b="0" i="0">
                <a:solidFill>
                  <a:srgbClr val="273239"/>
                </a:solidFill>
                <a:latin typeface="Calibri"/>
                <a:ea typeface="Calibri"/>
                <a:cs typeface="Calibri"/>
                <a:sym typeface="Calibri"/>
              </a:rPr>
              <a:t> to check </a:t>
            </a:r>
            <a:r>
              <a:rPr lang="en-US" sz="2400" b="0" i="0">
                <a:solidFill>
                  <a:srgbClr val="0070C0"/>
                </a:solidFill>
                <a:latin typeface="Calibri"/>
                <a:ea typeface="Calibri"/>
                <a:cs typeface="Calibri"/>
                <a:sym typeface="Calibri"/>
              </a:rPr>
              <a:t>how well it performs</a:t>
            </a:r>
            <a:r>
              <a:rPr lang="en-US" sz="2400" b="0" i="0">
                <a:solidFill>
                  <a:srgbClr val="273239"/>
                </a:solidFill>
                <a:latin typeface="Calibri"/>
                <a:ea typeface="Calibri"/>
                <a:cs typeface="Calibri"/>
                <a:sym typeface="Calibri"/>
              </a:rPr>
              <a:t>. You do this by testing the model on new, unseen data. Some common </a:t>
            </a:r>
            <a:r>
              <a:rPr lang="en-US" sz="2400" b="1" i="1">
                <a:solidFill>
                  <a:srgbClr val="A50021"/>
                </a:solidFill>
                <a:latin typeface="Calibri"/>
                <a:ea typeface="Calibri"/>
                <a:cs typeface="Calibri"/>
                <a:sym typeface="Calibri"/>
              </a:rPr>
              <a:t>evaluation metrics</a:t>
            </a:r>
            <a:r>
              <a:rPr lang="en-US" sz="2400" b="1" i="1">
                <a:solidFill>
                  <a:srgbClr val="EF8600"/>
                </a:solidFill>
                <a:latin typeface="Calibri"/>
                <a:ea typeface="Calibri"/>
                <a:cs typeface="Calibri"/>
                <a:sym typeface="Calibri"/>
              </a:rPr>
              <a:t> </a:t>
            </a:r>
            <a:r>
              <a:rPr lang="en-US" sz="2400" b="0" i="0">
                <a:solidFill>
                  <a:srgbClr val="273239"/>
                </a:solidFill>
                <a:latin typeface="Calibri"/>
                <a:ea typeface="Calibri"/>
                <a:cs typeface="Calibri"/>
                <a:sym typeface="Calibri"/>
              </a:rPr>
              <a:t>include:</a:t>
            </a:r>
            <a:endParaRPr/>
          </a:p>
          <a:p>
            <a:pPr marL="457200" lvl="0" indent="-406400" algn="just" rtl="0">
              <a:lnSpc>
                <a:spcPct val="100000"/>
              </a:lnSpc>
              <a:spcBef>
                <a:spcPts val="750"/>
              </a:spcBef>
              <a:spcAft>
                <a:spcPts val="0"/>
              </a:spcAft>
              <a:buSzPts val="2800"/>
              <a:buFont typeface="Arial"/>
              <a:buChar char="•"/>
            </a:pPr>
            <a:r>
              <a:rPr lang="en-US" sz="2400" b="1" i="0">
                <a:solidFill>
                  <a:srgbClr val="357960"/>
                </a:solidFill>
                <a:latin typeface="Calibri"/>
                <a:ea typeface="Calibri"/>
                <a:cs typeface="Calibri"/>
                <a:sym typeface="Calibri"/>
              </a:rPr>
              <a:t>Accuracy</a:t>
            </a:r>
            <a:r>
              <a:rPr lang="en-US" sz="2400" b="0" i="0">
                <a:solidFill>
                  <a:srgbClr val="357960"/>
                </a:solidFill>
                <a:latin typeface="Calibri"/>
                <a:ea typeface="Calibri"/>
                <a:cs typeface="Calibri"/>
                <a:sym typeface="Calibri"/>
              </a:rPr>
              <a:t>:</a:t>
            </a:r>
            <a:r>
              <a:rPr lang="en-US" sz="2400" b="0" i="0">
                <a:solidFill>
                  <a:srgbClr val="273239"/>
                </a:solidFill>
                <a:latin typeface="Calibri"/>
                <a:ea typeface="Calibri"/>
                <a:cs typeface="Calibri"/>
                <a:sym typeface="Calibri"/>
              </a:rPr>
              <a:t> it define how many predictions were correct. It’s commonly used for classification tasks like deciding if an email is spam or not.</a:t>
            </a:r>
            <a:endParaRPr/>
          </a:p>
          <a:p>
            <a:pPr marL="457200" lvl="0" indent="-406400" algn="just" rtl="0">
              <a:lnSpc>
                <a:spcPct val="100000"/>
              </a:lnSpc>
              <a:spcBef>
                <a:spcPts val="1800"/>
              </a:spcBef>
              <a:spcAft>
                <a:spcPts val="0"/>
              </a:spcAft>
              <a:buSzPts val="2800"/>
              <a:buFont typeface="Arial"/>
              <a:buChar char="•"/>
            </a:pPr>
            <a:r>
              <a:rPr lang="en-US" sz="2400" b="1" i="0">
                <a:solidFill>
                  <a:srgbClr val="357960"/>
                </a:solidFill>
                <a:latin typeface="Calibri"/>
                <a:ea typeface="Calibri"/>
                <a:cs typeface="Calibri"/>
                <a:sym typeface="Calibri"/>
              </a:rPr>
              <a:t>Precision and Recall</a:t>
            </a:r>
            <a:r>
              <a:rPr lang="en-US" sz="2400" b="0" i="0">
                <a:solidFill>
                  <a:srgbClr val="273239"/>
                </a:solidFill>
                <a:latin typeface="Calibri"/>
                <a:ea typeface="Calibri"/>
                <a:cs typeface="Calibri"/>
                <a:sym typeface="Calibri"/>
              </a:rPr>
              <a:t>: These metrics are used when you need to know how well the model is performing in specific situations like detecting positive cases in medical tests.</a:t>
            </a:r>
            <a:endParaRPr/>
          </a:p>
          <a:p>
            <a:pPr marL="457200" lvl="0" indent="-406400" algn="just" rtl="0">
              <a:lnSpc>
                <a:spcPct val="100000"/>
              </a:lnSpc>
              <a:spcBef>
                <a:spcPts val="1800"/>
              </a:spcBef>
              <a:spcAft>
                <a:spcPts val="0"/>
              </a:spcAft>
              <a:buSzPts val="2800"/>
              <a:buFont typeface="Arial"/>
              <a:buChar char="•"/>
            </a:pPr>
            <a:r>
              <a:rPr lang="en-US" sz="2400" b="1" i="0">
                <a:solidFill>
                  <a:srgbClr val="357960"/>
                </a:solidFill>
                <a:latin typeface="Calibri"/>
                <a:ea typeface="Calibri"/>
                <a:cs typeface="Calibri"/>
                <a:sym typeface="Calibri"/>
              </a:rPr>
              <a:t>Mean Squared Error (MSE)</a:t>
            </a:r>
            <a:r>
              <a:rPr lang="en-US" sz="2400" b="0" i="0">
                <a:solidFill>
                  <a:srgbClr val="357960"/>
                </a:solidFill>
                <a:latin typeface="Calibri"/>
                <a:ea typeface="Calibri"/>
                <a:cs typeface="Calibri"/>
                <a:sym typeface="Calibri"/>
              </a:rPr>
              <a:t>: </a:t>
            </a:r>
            <a:r>
              <a:rPr lang="en-US" sz="2400" b="0" i="0">
                <a:solidFill>
                  <a:srgbClr val="273239"/>
                </a:solidFill>
                <a:latin typeface="Calibri"/>
                <a:ea typeface="Calibri"/>
                <a:cs typeface="Calibri"/>
                <a:sym typeface="Calibri"/>
              </a:rPr>
              <a:t>For regression tasks like predicting house prices, MSE measures how close the model's predictions are to the actual values.</a:t>
            </a:r>
            <a:endParaRPr/>
          </a:p>
          <a:p>
            <a:pPr marL="457200" lvl="0" indent="-228600" algn="l" rtl="0">
              <a:lnSpc>
                <a:spcPct val="100000"/>
              </a:lnSpc>
              <a:spcBef>
                <a:spcPts val="1800"/>
              </a:spcBef>
              <a:spcAft>
                <a:spcPts val="0"/>
              </a:spcAft>
              <a:buSzPts val="2800"/>
              <a:buFont typeface="IBM Plex Sans Condensed"/>
              <a:buNone/>
            </a:pPr>
            <a:endParaRPr/>
          </a:p>
        </p:txBody>
      </p:sp>
      <p:sp>
        <p:nvSpPr>
          <p:cNvPr id="446" name="Google Shape;446;p32"/>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76"/>
          <p:cNvSpPr txBox="1">
            <a:spLocks noGrp="1"/>
          </p:cNvSpPr>
          <p:nvPr>
            <p:ph type="body" idx="1"/>
          </p:nvPr>
        </p:nvSpPr>
        <p:spPr>
          <a:xfrm>
            <a:off x="415600" y="544530"/>
            <a:ext cx="11360700" cy="5547058"/>
          </a:xfrm>
          <a:prstGeom prst="rect">
            <a:avLst/>
          </a:prstGeom>
          <a:noFill/>
          <a:ln>
            <a:noFill/>
          </a:ln>
        </p:spPr>
        <p:txBody>
          <a:bodyPr spcFirstLastPara="1" wrap="square" lIns="121900" tIns="121900" rIns="121900" bIns="121900" anchor="t" anchorCtr="0">
            <a:noAutofit/>
          </a:bodyPr>
          <a:lstStyle/>
          <a:p>
            <a:pPr marL="457200" lvl="0" indent="-406400" algn="l" rtl="0">
              <a:lnSpc>
                <a:spcPct val="100000"/>
              </a:lnSpc>
              <a:spcBef>
                <a:spcPts val="0"/>
              </a:spcBef>
              <a:spcAft>
                <a:spcPts val="0"/>
              </a:spcAft>
              <a:buSzPts val="2800"/>
              <a:buNone/>
            </a:pPr>
            <a:r>
              <a:rPr lang="en-US" sz="2400" b="1" i="0">
                <a:solidFill>
                  <a:srgbClr val="6600FF"/>
                </a:solidFill>
                <a:latin typeface="Calibri"/>
                <a:ea typeface="Calibri"/>
                <a:cs typeface="Calibri"/>
                <a:sym typeface="Calibri"/>
              </a:rPr>
              <a:t>5. Evaluate the Model</a:t>
            </a:r>
            <a:endParaRPr/>
          </a:p>
          <a:p>
            <a:pPr marL="457200" lvl="0" indent="-406400" algn="just" rtl="0">
              <a:lnSpc>
                <a:spcPct val="100000"/>
              </a:lnSpc>
              <a:spcBef>
                <a:spcPts val="0"/>
              </a:spcBef>
              <a:spcAft>
                <a:spcPts val="0"/>
              </a:spcAft>
              <a:buSzPts val="2800"/>
              <a:buNone/>
            </a:pPr>
            <a:r>
              <a:rPr lang="en-US" sz="2400" b="0" i="0">
                <a:solidFill>
                  <a:srgbClr val="273239"/>
                </a:solidFill>
                <a:latin typeface="Calibri"/>
                <a:ea typeface="Calibri"/>
                <a:cs typeface="Calibri"/>
                <a:sym typeface="Calibri"/>
              </a:rPr>
              <a:t>	</a:t>
            </a:r>
            <a:r>
              <a:rPr lang="en-US" sz="2400" b="1" i="0">
                <a:solidFill>
                  <a:srgbClr val="357960"/>
                </a:solidFill>
                <a:latin typeface="Calibri"/>
                <a:ea typeface="Calibri"/>
                <a:cs typeface="Calibri"/>
                <a:sym typeface="Calibri"/>
              </a:rPr>
              <a:t>Accuracy</a:t>
            </a:r>
            <a:r>
              <a:rPr lang="en-US" sz="2400" b="0" i="0">
                <a:solidFill>
                  <a:srgbClr val="357960"/>
                </a:solidFill>
                <a:latin typeface="Calibri"/>
                <a:ea typeface="Calibri"/>
                <a:cs typeface="Calibri"/>
                <a:sym typeface="Calibri"/>
              </a:rPr>
              <a:t>:</a:t>
            </a:r>
            <a:r>
              <a:rPr lang="en-US" sz="2400" b="0" i="0">
                <a:solidFill>
                  <a:srgbClr val="273239"/>
                </a:solidFill>
                <a:latin typeface="Calibri"/>
                <a:ea typeface="Calibri"/>
                <a:cs typeface="Calibri"/>
                <a:sym typeface="Calibri"/>
              </a:rPr>
              <a:t> it define how many predictions were correct. It’s commonly used for classification tasks like deciding if an email is spam or not.</a:t>
            </a:r>
            <a:endParaRPr/>
          </a:p>
          <a:p>
            <a:pPr marL="457200" lvl="0" indent="-228600" algn="l" rtl="0">
              <a:lnSpc>
                <a:spcPct val="100000"/>
              </a:lnSpc>
              <a:spcBef>
                <a:spcPts val="1800"/>
              </a:spcBef>
              <a:spcAft>
                <a:spcPts val="0"/>
              </a:spcAft>
              <a:buSzPts val="2800"/>
              <a:buFont typeface="IBM Plex Sans Condensed"/>
              <a:buNone/>
            </a:pPr>
            <a:endParaRPr/>
          </a:p>
        </p:txBody>
      </p:sp>
      <p:sp>
        <p:nvSpPr>
          <p:cNvPr id="452" name="Google Shape;452;p76"/>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34</a:t>
            </a:fld>
            <a:endParaRPr/>
          </a:p>
        </p:txBody>
      </p:sp>
      <p:pic>
        <p:nvPicPr>
          <p:cNvPr id="453" name="Google Shape;453;p76"/>
          <p:cNvPicPr preferRelativeResize="0"/>
          <p:nvPr/>
        </p:nvPicPr>
        <p:blipFill rotWithShape="1">
          <a:blip r:embed="rId3">
            <a:alphaModFix/>
          </a:blip>
          <a:srcRect/>
          <a:stretch/>
        </p:blipFill>
        <p:spPr>
          <a:xfrm>
            <a:off x="1133856" y="2244329"/>
            <a:ext cx="3969861" cy="892063"/>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77"/>
          <p:cNvSpPr txBox="1">
            <a:spLocks noGrp="1"/>
          </p:cNvSpPr>
          <p:nvPr>
            <p:ph type="body" idx="1"/>
          </p:nvPr>
        </p:nvSpPr>
        <p:spPr>
          <a:xfrm>
            <a:off x="415600" y="544530"/>
            <a:ext cx="11360700" cy="5547058"/>
          </a:xfrm>
          <a:prstGeom prst="rect">
            <a:avLst/>
          </a:prstGeom>
          <a:noFill/>
          <a:ln>
            <a:noFill/>
          </a:ln>
        </p:spPr>
        <p:txBody>
          <a:bodyPr spcFirstLastPara="1" wrap="square" lIns="121900" tIns="121900" rIns="121900" bIns="121900" anchor="t" anchorCtr="0">
            <a:noAutofit/>
          </a:bodyPr>
          <a:lstStyle/>
          <a:p>
            <a:pPr marL="457200" lvl="0" indent="-406400" algn="l" rtl="0">
              <a:lnSpc>
                <a:spcPct val="100000"/>
              </a:lnSpc>
              <a:spcBef>
                <a:spcPts val="0"/>
              </a:spcBef>
              <a:spcAft>
                <a:spcPts val="0"/>
              </a:spcAft>
              <a:buSzPts val="2800"/>
              <a:buNone/>
            </a:pPr>
            <a:r>
              <a:rPr lang="en-US" sz="2400" b="1" i="0">
                <a:solidFill>
                  <a:srgbClr val="6600FF"/>
                </a:solidFill>
                <a:latin typeface="Calibri"/>
                <a:ea typeface="Calibri"/>
                <a:cs typeface="Calibri"/>
                <a:sym typeface="Calibri"/>
              </a:rPr>
              <a:t>5. Evaluate the Model</a:t>
            </a:r>
            <a:endParaRPr/>
          </a:p>
          <a:p>
            <a:pPr marL="457200" lvl="0" indent="-406400" algn="just" rtl="0">
              <a:lnSpc>
                <a:spcPct val="100000"/>
              </a:lnSpc>
              <a:spcBef>
                <a:spcPts val="0"/>
              </a:spcBef>
              <a:spcAft>
                <a:spcPts val="0"/>
              </a:spcAft>
              <a:buSzPts val="2800"/>
              <a:buNone/>
            </a:pPr>
            <a:r>
              <a:rPr lang="en-US" sz="2400" b="0" i="0">
                <a:solidFill>
                  <a:srgbClr val="273239"/>
                </a:solidFill>
                <a:latin typeface="Calibri"/>
                <a:ea typeface="Calibri"/>
                <a:cs typeface="Calibri"/>
                <a:sym typeface="Calibri"/>
              </a:rPr>
              <a:t>	</a:t>
            </a:r>
            <a:r>
              <a:rPr lang="en-US" sz="2400" b="1">
                <a:solidFill>
                  <a:srgbClr val="357960"/>
                </a:solidFill>
                <a:latin typeface="Calibri"/>
                <a:ea typeface="Calibri"/>
                <a:cs typeface="Calibri"/>
                <a:sym typeface="Calibri"/>
              </a:rPr>
              <a:t>Precision</a:t>
            </a:r>
            <a:r>
              <a:rPr lang="en-US" sz="2400" b="0" i="0">
                <a:solidFill>
                  <a:srgbClr val="357960"/>
                </a:solidFill>
                <a:latin typeface="Calibri"/>
                <a:ea typeface="Calibri"/>
                <a:cs typeface="Calibri"/>
                <a:sym typeface="Calibri"/>
              </a:rPr>
              <a:t>:</a:t>
            </a:r>
            <a:r>
              <a:rPr lang="en-US" sz="2400" b="0" i="0">
                <a:solidFill>
                  <a:srgbClr val="273239"/>
                </a:solidFill>
                <a:latin typeface="Calibri"/>
                <a:ea typeface="Calibri"/>
                <a:cs typeface="Calibri"/>
                <a:sym typeface="Calibri"/>
              </a:rPr>
              <a:t> It measures how many of the positive predictions made by the model are actually correct. It's useful when the cost of false positives is high such as in medical diagnoses where predicting a disease when it’s not present can have serious consequences.</a:t>
            </a:r>
            <a:endParaRPr/>
          </a:p>
          <a:p>
            <a:pPr marL="457200" lvl="0" indent="-406400" algn="just" rtl="0">
              <a:lnSpc>
                <a:spcPct val="100000"/>
              </a:lnSpc>
              <a:spcBef>
                <a:spcPts val="0"/>
              </a:spcBef>
              <a:spcAft>
                <a:spcPts val="0"/>
              </a:spcAft>
              <a:buSzPts val="2800"/>
              <a:buNone/>
            </a:pPr>
            <a:endParaRPr sz="2400">
              <a:solidFill>
                <a:srgbClr val="273239"/>
              </a:solidFill>
              <a:latin typeface="Calibri"/>
              <a:ea typeface="Calibri"/>
              <a:cs typeface="Calibri"/>
              <a:sym typeface="Calibri"/>
            </a:endParaRPr>
          </a:p>
          <a:p>
            <a:pPr marL="457200" lvl="0" indent="-406400" algn="just" rtl="0">
              <a:lnSpc>
                <a:spcPct val="100000"/>
              </a:lnSpc>
              <a:spcBef>
                <a:spcPts val="0"/>
              </a:spcBef>
              <a:spcAft>
                <a:spcPts val="0"/>
              </a:spcAft>
              <a:buSzPts val="2800"/>
              <a:buNone/>
            </a:pPr>
            <a:endParaRPr/>
          </a:p>
        </p:txBody>
      </p:sp>
      <p:sp>
        <p:nvSpPr>
          <p:cNvPr id="459" name="Google Shape;459;p77"/>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35</a:t>
            </a:fld>
            <a:endParaRPr/>
          </a:p>
        </p:txBody>
      </p:sp>
      <p:pic>
        <p:nvPicPr>
          <p:cNvPr id="460" name="Google Shape;460;p77"/>
          <p:cNvPicPr preferRelativeResize="0"/>
          <p:nvPr/>
        </p:nvPicPr>
        <p:blipFill rotWithShape="1">
          <a:blip r:embed="rId3">
            <a:alphaModFix/>
          </a:blip>
          <a:srcRect/>
          <a:stretch/>
        </p:blipFill>
        <p:spPr>
          <a:xfrm>
            <a:off x="1115354" y="2918033"/>
            <a:ext cx="4179022" cy="2202607"/>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78"/>
          <p:cNvSpPr txBox="1">
            <a:spLocks noGrp="1"/>
          </p:cNvSpPr>
          <p:nvPr>
            <p:ph type="body" idx="1"/>
          </p:nvPr>
        </p:nvSpPr>
        <p:spPr>
          <a:xfrm>
            <a:off x="415600" y="544530"/>
            <a:ext cx="11360700" cy="5547058"/>
          </a:xfrm>
          <a:prstGeom prst="rect">
            <a:avLst/>
          </a:prstGeom>
          <a:noFill/>
          <a:ln>
            <a:noFill/>
          </a:ln>
        </p:spPr>
        <p:txBody>
          <a:bodyPr spcFirstLastPara="1" wrap="square" lIns="121900" tIns="121900" rIns="121900" bIns="121900" anchor="t" anchorCtr="0">
            <a:noAutofit/>
          </a:bodyPr>
          <a:lstStyle/>
          <a:p>
            <a:pPr marL="457200" lvl="0" indent="-406400" algn="l" rtl="0">
              <a:lnSpc>
                <a:spcPct val="100000"/>
              </a:lnSpc>
              <a:spcBef>
                <a:spcPts val="0"/>
              </a:spcBef>
              <a:spcAft>
                <a:spcPts val="0"/>
              </a:spcAft>
              <a:buSzPts val="2800"/>
              <a:buNone/>
            </a:pPr>
            <a:r>
              <a:rPr lang="en-US" sz="2400" b="1" i="0">
                <a:solidFill>
                  <a:srgbClr val="6600FF"/>
                </a:solidFill>
                <a:latin typeface="Calibri"/>
                <a:ea typeface="Calibri"/>
                <a:cs typeface="Calibri"/>
                <a:sym typeface="Calibri"/>
              </a:rPr>
              <a:t>5. Evaluate the Model</a:t>
            </a:r>
            <a:endParaRPr/>
          </a:p>
          <a:p>
            <a:pPr marL="457200" lvl="0" indent="-406400" algn="just" rtl="0">
              <a:lnSpc>
                <a:spcPct val="100000"/>
              </a:lnSpc>
              <a:spcBef>
                <a:spcPts val="0"/>
              </a:spcBef>
              <a:spcAft>
                <a:spcPts val="0"/>
              </a:spcAft>
              <a:buSzPts val="2800"/>
              <a:buNone/>
            </a:pPr>
            <a:r>
              <a:rPr lang="en-US" sz="2400" b="0" i="0">
                <a:solidFill>
                  <a:srgbClr val="273239"/>
                </a:solidFill>
                <a:latin typeface="Calibri"/>
                <a:ea typeface="Calibri"/>
                <a:cs typeface="Calibri"/>
                <a:sym typeface="Calibri"/>
              </a:rPr>
              <a:t>	</a:t>
            </a:r>
            <a:r>
              <a:rPr lang="en-US" sz="2400" b="1">
                <a:solidFill>
                  <a:srgbClr val="357960"/>
                </a:solidFill>
                <a:latin typeface="Calibri"/>
                <a:ea typeface="Calibri"/>
                <a:cs typeface="Calibri"/>
                <a:sym typeface="Calibri"/>
              </a:rPr>
              <a:t>Recall</a:t>
            </a:r>
            <a:r>
              <a:rPr lang="en-US" sz="2400" b="0" i="0">
                <a:solidFill>
                  <a:srgbClr val="357960"/>
                </a:solidFill>
                <a:latin typeface="Calibri"/>
                <a:ea typeface="Calibri"/>
                <a:cs typeface="Calibri"/>
                <a:sym typeface="Calibri"/>
              </a:rPr>
              <a:t>: </a:t>
            </a:r>
            <a:r>
              <a:rPr lang="en-US" sz="2400" b="0" i="0">
                <a:solidFill>
                  <a:schemeClr val="dk1"/>
                </a:solidFill>
                <a:latin typeface="Calibri"/>
                <a:ea typeface="Calibri"/>
                <a:cs typeface="Calibri"/>
                <a:sym typeface="Calibri"/>
              </a:rPr>
              <a:t>Recall measures how many of the actual positive cases were correctly identified by the model. It is important when missing a positive case (false negative) is more costly than false positives.</a:t>
            </a:r>
            <a:endParaRPr/>
          </a:p>
          <a:p>
            <a:pPr marL="457200" lvl="0" indent="-406400" algn="just" rtl="0">
              <a:lnSpc>
                <a:spcPct val="100000"/>
              </a:lnSpc>
              <a:spcBef>
                <a:spcPts val="0"/>
              </a:spcBef>
              <a:spcAft>
                <a:spcPts val="0"/>
              </a:spcAft>
              <a:buSzPts val="2800"/>
              <a:buNone/>
            </a:pPr>
            <a:endParaRPr sz="2400">
              <a:solidFill>
                <a:srgbClr val="357960"/>
              </a:solidFill>
              <a:latin typeface="Calibri"/>
              <a:ea typeface="Calibri"/>
              <a:cs typeface="Calibri"/>
              <a:sym typeface="Calibri"/>
            </a:endParaRPr>
          </a:p>
          <a:p>
            <a:pPr marL="457200" lvl="0" indent="-406400" algn="just" rtl="0">
              <a:lnSpc>
                <a:spcPct val="100000"/>
              </a:lnSpc>
              <a:spcBef>
                <a:spcPts val="0"/>
              </a:spcBef>
              <a:spcAft>
                <a:spcPts val="0"/>
              </a:spcAft>
              <a:buSzPts val="2800"/>
              <a:buNone/>
            </a:pPr>
            <a:endParaRPr/>
          </a:p>
        </p:txBody>
      </p:sp>
      <p:sp>
        <p:nvSpPr>
          <p:cNvPr id="466" name="Google Shape;466;p78"/>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36</a:t>
            </a:fld>
            <a:endParaRPr/>
          </a:p>
        </p:txBody>
      </p:sp>
      <p:pic>
        <p:nvPicPr>
          <p:cNvPr id="467" name="Google Shape;467;p78"/>
          <p:cNvPicPr preferRelativeResize="0"/>
          <p:nvPr/>
        </p:nvPicPr>
        <p:blipFill rotWithShape="1">
          <a:blip r:embed="rId3">
            <a:alphaModFix/>
          </a:blip>
          <a:srcRect/>
          <a:stretch/>
        </p:blipFill>
        <p:spPr>
          <a:xfrm>
            <a:off x="1459023" y="2702392"/>
            <a:ext cx="3789633" cy="195190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79"/>
          <p:cNvSpPr txBox="1">
            <a:spLocks noGrp="1"/>
          </p:cNvSpPr>
          <p:nvPr>
            <p:ph type="body" idx="1"/>
          </p:nvPr>
        </p:nvSpPr>
        <p:spPr>
          <a:xfrm>
            <a:off x="415600" y="544530"/>
            <a:ext cx="11360700" cy="5547058"/>
          </a:xfrm>
          <a:prstGeom prst="rect">
            <a:avLst/>
          </a:prstGeom>
          <a:noFill/>
          <a:ln>
            <a:noFill/>
          </a:ln>
        </p:spPr>
        <p:txBody>
          <a:bodyPr spcFirstLastPara="1" wrap="square" lIns="121900" tIns="121900" rIns="121900" bIns="121900" anchor="t" anchorCtr="0">
            <a:noAutofit/>
          </a:bodyPr>
          <a:lstStyle/>
          <a:p>
            <a:pPr marL="457200" lvl="0" indent="-406400" algn="l" rtl="0">
              <a:lnSpc>
                <a:spcPct val="100000"/>
              </a:lnSpc>
              <a:spcBef>
                <a:spcPts val="0"/>
              </a:spcBef>
              <a:spcAft>
                <a:spcPts val="0"/>
              </a:spcAft>
              <a:buSzPts val="2800"/>
              <a:buNone/>
            </a:pPr>
            <a:r>
              <a:rPr lang="en-US" sz="2400" b="1" i="0">
                <a:solidFill>
                  <a:srgbClr val="6600FF"/>
                </a:solidFill>
                <a:latin typeface="Calibri"/>
                <a:ea typeface="Calibri"/>
                <a:cs typeface="Calibri"/>
                <a:sym typeface="Calibri"/>
              </a:rPr>
              <a:t>5. Evaluate the Model</a:t>
            </a:r>
            <a:endParaRPr/>
          </a:p>
          <a:p>
            <a:pPr marL="457200" lvl="0" indent="-406400" algn="just" rtl="0">
              <a:lnSpc>
                <a:spcPct val="100000"/>
              </a:lnSpc>
              <a:spcBef>
                <a:spcPts val="0"/>
              </a:spcBef>
              <a:spcAft>
                <a:spcPts val="0"/>
              </a:spcAft>
              <a:buSzPts val="2800"/>
              <a:buNone/>
            </a:pPr>
            <a:r>
              <a:rPr lang="en-US" sz="2400" b="0" i="0">
                <a:solidFill>
                  <a:srgbClr val="273239"/>
                </a:solidFill>
                <a:latin typeface="Calibri"/>
                <a:ea typeface="Calibri"/>
                <a:cs typeface="Calibri"/>
                <a:sym typeface="Calibri"/>
              </a:rPr>
              <a:t>	</a:t>
            </a:r>
            <a:r>
              <a:rPr lang="en-US" sz="2400" b="1" i="0">
                <a:solidFill>
                  <a:srgbClr val="357960"/>
                </a:solidFill>
                <a:latin typeface="Calibri"/>
                <a:ea typeface="Calibri"/>
                <a:cs typeface="Calibri"/>
                <a:sym typeface="Calibri"/>
              </a:rPr>
              <a:t>F1 Score</a:t>
            </a:r>
            <a:r>
              <a:rPr lang="en-US" sz="2400" b="0" i="0">
                <a:solidFill>
                  <a:srgbClr val="357960"/>
                </a:solidFill>
                <a:latin typeface="Calibri"/>
                <a:ea typeface="Calibri"/>
                <a:cs typeface="Calibri"/>
                <a:sym typeface="Calibri"/>
              </a:rPr>
              <a:t>:</a:t>
            </a:r>
            <a:r>
              <a:rPr lang="en-US" sz="2400" b="0" i="0">
                <a:solidFill>
                  <a:srgbClr val="273239"/>
                </a:solidFill>
                <a:latin typeface="Calibri"/>
                <a:ea typeface="Calibri"/>
                <a:cs typeface="Calibri"/>
                <a:sym typeface="Calibri"/>
              </a:rPr>
              <a:t> The F1 Score is the harmonic mean of precision and recall. It is useful when we need a balance between precision and recall as it combines both into a single number. A high F1 score means the model performs well on both metrics.</a:t>
            </a:r>
            <a:endParaRPr/>
          </a:p>
          <a:p>
            <a:pPr marL="457200" lvl="0" indent="-406400" algn="just" rtl="0">
              <a:lnSpc>
                <a:spcPct val="100000"/>
              </a:lnSpc>
              <a:spcBef>
                <a:spcPts val="0"/>
              </a:spcBef>
              <a:spcAft>
                <a:spcPts val="0"/>
              </a:spcAft>
              <a:buSzPts val="2800"/>
              <a:buNone/>
            </a:pPr>
            <a:endParaRPr sz="2400">
              <a:solidFill>
                <a:srgbClr val="273239"/>
              </a:solidFill>
              <a:latin typeface="Calibri"/>
              <a:ea typeface="Calibri"/>
              <a:cs typeface="Calibri"/>
              <a:sym typeface="Calibri"/>
            </a:endParaRPr>
          </a:p>
          <a:p>
            <a:pPr marL="457200" lvl="0" indent="-406400" algn="just" rtl="0">
              <a:lnSpc>
                <a:spcPct val="100000"/>
              </a:lnSpc>
              <a:spcBef>
                <a:spcPts val="0"/>
              </a:spcBef>
              <a:spcAft>
                <a:spcPts val="0"/>
              </a:spcAft>
              <a:buSzPts val="2800"/>
              <a:buNone/>
            </a:pPr>
            <a:endParaRPr/>
          </a:p>
        </p:txBody>
      </p:sp>
      <p:sp>
        <p:nvSpPr>
          <p:cNvPr id="473" name="Google Shape;473;p79"/>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37</a:t>
            </a:fld>
            <a:endParaRPr/>
          </a:p>
        </p:txBody>
      </p:sp>
      <p:pic>
        <p:nvPicPr>
          <p:cNvPr id="474" name="Google Shape;474;p79"/>
          <p:cNvPicPr preferRelativeResize="0"/>
          <p:nvPr/>
        </p:nvPicPr>
        <p:blipFill rotWithShape="1">
          <a:blip r:embed="rId3">
            <a:alphaModFix/>
          </a:blip>
          <a:srcRect/>
          <a:stretch/>
        </p:blipFill>
        <p:spPr>
          <a:xfrm>
            <a:off x="740664" y="3175491"/>
            <a:ext cx="3979252" cy="1058181"/>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p80"/>
          <p:cNvSpPr txBox="1">
            <a:spLocks noGrp="1"/>
          </p:cNvSpPr>
          <p:nvPr>
            <p:ph type="body" idx="1"/>
          </p:nvPr>
        </p:nvSpPr>
        <p:spPr>
          <a:xfrm>
            <a:off x="415600" y="544530"/>
            <a:ext cx="11360700" cy="5547058"/>
          </a:xfrm>
          <a:prstGeom prst="rect">
            <a:avLst/>
          </a:prstGeom>
          <a:noFill/>
          <a:ln>
            <a:noFill/>
          </a:ln>
        </p:spPr>
        <p:txBody>
          <a:bodyPr spcFirstLastPara="1" wrap="square" lIns="121900" tIns="121900" rIns="121900" bIns="121900" anchor="t" anchorCtr="0">
            <a:noAutofit/>
          </a:bodyPr>
          <a:lstStyle/>
          <a:p>
            <a:pPr marL="457200" lvl="0" indent="-406400" algn="l" rtl="0">
              <a:lnSpc>
                <a:spcPct val="100000"/>
              </a:lnSpc>
              <a:spcBef>
                <a:spcPts val="0"/>
              </a:spcBef>
              <a:spcAft>
                <a:spcPts val="0"/>
              </a:spcAft>
              <a:buSzPts val="2800"/>
              <a:buNone/>
            </a:pPr>
            <a:r>
              <a:rPr lang="en-US" sz="2400" b="1" i="0">
                <a:solidFill>
                  <a:srgbClr val="6600FF"/>
                </a:solidFill>
                <a:latin typeface="Calibri"/>
                <a:ea typeface="Calibri"/>
                <a:cs typeface="Calibri"/>
                <a:sym typeface="Calibri"/>
              </a:rPr>
              <a:t>5. Evaluate the Model</a:t>
            </a:r>
            <a:endParaRPr/>
          </a:p>
          <a:p>
            <a:pPr marL="457200" lvl="0" indent="-406400" algn="just" rtl="0">
              <a:lnSpc>
                <a:spcPct val="100000"/>
              </a:lnSpc>
              <a:spcBef>
                <a:spcPts val="0"/>
              </a:spcBef>
              <a:spcAft>
                <a:spcPts val="0"/>
              </a:spcAft>
              <a:buSzPts val="2800"/>
              <a:buNone/>
            </a:pPr>
            <a:r>
              <a:rPr lang="en-US" sz="2400" b="0" i="0">
                <a:solidFill>
                  <a:srgbClr val="273239"/>
                </a:solidFill>
                <a:latin typeface="Calibri"/>
                <a:ea typeface="Calibri"/>
                <a:cs typeface="Calibri"/>
                <a:sym typeface="Calibri"/>
              </a:rPr>
              <a:t>	</a:t>
            </a:r>
            <a:r>
              <a:rPr lang="en-US" sz="2400" b="1">
                <a:solidFill>
                  <a:srgbClr val="357960"/>
                </a:solidFill>
                <a:latin typeface="Calibri"/>
                <a:ea typeface="Calibri"/>
                <a:cs typeface="Calibri"/>
                <a:sym typeface="Calibri"/>
              </a:rPr>
              <a:t>Mean Squared Error (MSE)</a:t>
            </a:r>
            <a:r>
              <a:rPr lang="en-US" sz="2400" b="0" i="0">
                <a:solidFill>
                  <a:srgbClr val="357960"/>
                </a:solidFill>
                <a:latin typeface="Calibri"/>
                <a:ea typeface="Calibri"/>
                <a:cs typeface="Calibri"/>
                <a:sym typeface="Calibri"/>
              </a:rPr>
              <a:t>:</a:t>
            </a:r>
            <a:r>
              <a:rPr lang="en-US" sz="2400" b="0" i="0">
                <a:solidFill>
                  <a:srgbClr val="273239"/>
                </a:solidFill>
                <a:latin typeface="Calibri"/>
                <a:ea typeface="Calibri"/>
                <a:cs typeface="Calibri"/>
                <a:sym typeface="Calibri"/>
              </a:rPr>
              <a:t> MSE calculates the average of the squared differences between the predicted and actual values. Squaring the differences ensures that larger errors are penalized more heavily helps in making it sensitive to outliers. </a:t>
            </a:r>
            <a:endParaRPr/>
          </a:p>
          <a:p>
            <a:pPr marL="457200" lvl="0" indent="-406400" algn="just" rtl="0">
              <a:lnSpc>
                <a:spcPct val="100000"/>
              </a:lnSpc>
              <a:spcBef>
                <a:spcPts val="0"/>
              </a:spcBef>
              <a:spcAft>
                <a:spcPts val="0"/>
              </a:spcAft>
              <a:buSzPts val="2800"/>
              <a:buNone/>
            </a:pPr>
            <a:endParaRPr sz="2400">
              <a:solidFill>
                <a:srgbClr val="273239"/>
              </a:solidFill>
              <a:latin typeface="Calibri"/>
              <a:ea typeface="Calibri"/>
              <a:cs typeface="Calibri"/>
              <a:sym typeface="Calibri"/>
            </a:endParaRPr>
          </a:p>
          <a:p>
            <a:pPr marL="457200" lvl="0" indent="-406400" algn="just" rtl="0">
              <a:lnSpc>
                <a:spcPct val="100000"/>
              </a:lnSpc>
              <a:spcBef>
                <a:spcPts val="0"/>
              </a:spcBef>
              <a:spcAft>
                <a:spcPts val="0"/>
              </a:spcAft>
              <a:buSzPts val="2800"/>
              <a:buNone/>
            </a:pPr>
            <a:endParaRPr/>
          </a:p>
        </p:txBody>
      </p:sp>
      <p:sp>
        <p:nvSpPr>
          <p:cNvPr id="480" name="Google Shape;480;p80"/>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38</a:t>
            </a:fld>
            <a:endParaRPr/>
          </a:p>
        </p:txBody>
      </p:sp>
      <p:pic>
        <p:nvPicPr>
          <p:cNvPr id="481" name="Google Shape;481;p80"/>
          <p:cNvPicPr preferRelativeResize="0"/>
          <p:nvPr/>
        </p:nvPicPr>
        <p:blipFill rotWithShape="1">
          <a:blip r:embed="rId3">
            <a:alphaModFix/>
          </a:blip>
          <a:srcRect/>
          <a:stretch/>
        </p:blipFill>
        <p:spPr>
          <a:xfrm>
            <a:off x="1078992" y="2564838"/>
            <a:ext cx="5017008" cy="2446073"/>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p81"/>
          <p:cNvSpPr txBox="1">
            <a:spLocks noGrp="1"/>
          </p:cNvSpPr>
          <p:nvPr>
            <p:ph type="body" idx="1"/>
          </p:nvPr>
        </p:nvSpPr>
        <p:spPr>
          <a:xfrm>
            <a:off x="415600" y="544530"/>
            <a:ext cx="11360700" cy="5547058"/>
          </a:xfrm>
          <a:prstGeom prst="rect">
            <a:avLst/>
          </a:prstGeom>
          <a:noFill/>
          <a:ln>
            <a:noFill/>
          </a:ln>
        </p:spPr>
        <p:txBody>
          <a:bodyPr spcFirstLastPara="1" wrap="square" lIns="121900" tIns="121900" rIns="121900" bIns="121900" anchor="t" anchorCtr="0">
            <a:noAutofit/>
          </a:bodyPr>
          <a:lstStyle/>
          <a:p>
            <a:pPr marL="457200" lvl="0" indent="-406400" algn="l" rtl="0">
              <a:lnSpc>
                <a:spcPct val="100000"/>
              </a:lnSpc>
              <a:spcBef>
                <a:spcPts val="0"/>
              </a:spcBef>
              <a:spcAft>
                <a:spcPts val="0"/>
              </a:spcAft>
              <a:buSzPts val="2800"/>
              <a:buNone/>
            </a:pPr>
            <a:r>
              <a:rPr lang="en-US" sz="2400" b="1" i="0">
                <a:solidFill>
                  <a:srgbClr val="6600FF"/>
                </a:solidFill>
                <a:latin typeface="Calibri"/>
                <a:ea typeface="Calibri"/>
                <a:cs typeface="Calibri"/>
                <a:sym typeface="Calibri"/>
              </a:rPr>
              <a:t>5. Evaluate the Model</a:t>
            </a:r>
            <a:endParaRPr/>
          </a:p>
          <a:p>
            <a:pPr marL="457200" lvl="0" indent="-406400" algn="just" rtl="0">
              <a:lnSpc>
                <a:spcPct val="100000"/>
              </a:lnSpc>
              <a:spcBef>
                <a:spcPts val="0"/>
              </a:spcBef>
              <a:spcAft>
                <a:spcPts val="0"/>
              </a:spcAft>
              <a:buSzPts val="2800"/>
              <a:buNone/>
            </a:pPr>
            <a:r>
              <a:rPr lang="en-US" sz="2400" b="0" i="0">
                <a:solidFill>
                  <a:srgbClr val="273239"/>
                </a:solidFill>
                <a:latin typeface="Calibri"/>
                <a:ea typeface="Calibri"/>
                <a:cs typeface="Calibri"/>
                <a:sym typeface="Calibri"/>
              </a:rPr>
              <a:t>	</a:t>
            </a:r>
            <a:r>
              <a:rPr lang="en-US" sz="2400" b="1">
                <a:solidFill>
                  <a:srgbClr val="00717D"/>
                </a:solidFill>
                <a:latin typeface="Calibri"/>
                <a:ea typeface="Calibri"/>
                <a:cs typeface="Calibri"/>
                <a:sym typeface="Calibri"/>
              </a:rPr>
              <a:t>Root M</a:t>
            </a:r>
            <a:r>
              <a:rPr lang="en-US" sz="2400" b="1">
                <a:solidFill>
                  <a:srgbClr val="357960"/>
                </a:solidFill>
                <a:latin typeface="Calibri"/>
                <a:ea typeface="Calibri"/>
                <a:cs typeface="Calibri"/>
                <a:sym typeface="Calibri"/>
              </a:rPr>
              <a:t>ean Squared Error (MSE)</a:t>
            </a:r>
            <a:r>
              <a:rPr lang="en-US" sz="2400" b="0" i="0">
                <a:solidFill>
                  <a:srgbClr val="357960"/>
                </a:solidFill>
                <a:latin typeface="Calibri"/>
                <a:ea typeface="Calibri"/>
                <a:cs typeface="Calibri"/>
                <a:sym typeface="Calibri"/>
              </a:rPr>
              <a:t>:</a:t>
            </a:r>
            <a:r>
              <a:rPr lang="en-US" sz="2400" b="0" i="0">
                <a:solidFill>
                  <a:srgbClr val="273239"/>
                </a:solidFill>
                <a:latin typeface="Calibri"/>
                <a:ea typeface="Calibri"/>
                <a:cs typeface="Calibri"/>
                <a:sym typeface="Calibri"/>
              </a:rPr>
              <a:t> RMSE is the square root of MSE, bringing the metric back to the original scale of the data.</a:t>
            </a:r>
            <a:endParaRPr/>
          </a:p>
          <a:p>
            <a:pPr marL="457200" lvl="0" indent="-406400" algn="just" rtl="0">
              <a:lnSpc>
                <a:spcPct val="100000"/>
              </a:lnSpc>
              <a:spcBef>
                <a:spcPts val="0"/>
              </a:spcBef>
              <a:spcAft>
                <a:spcPts val="0"/>
              </a:spcAft>
              <a:buSzPts val="2800"/>
              <a:buNone/>
            </a:pPr>
            <a:endParaRPr sz="2400">
              <a:solidFill>
                <a:srgbClr val="273239"/>
              </a:solidFill>
              <a:latin typeface="Calibri"/>
              <a:ea typeface="Calibri"/>
              <a:cs typeface="Calibri"/>
              <a:sym typeface="Calibri"/>
            </a:endParaRPr>
          </a:p>
          <a:p>
            <a:pPr marL="457200" lvl="0" indent="-406400" algn="just" rtl="0">
              <a:lnSpc>
                <a:spcPct val="100000"/>
              </a:lnSpc>
              <a:spcBef>
                <a:spcPts val="0"/>
              </a:spcBef>
              <a:spcAft>
                <a:spcPts val="0"/>
              </a:spcAft>
              <a:buSzPts val="2800"/>
              <a:buNone/>
            </a:pPr>
            <a:endParaRPr sz="2400">
              <a:solidFill>
                <a:srgbClr val="273239"/>
              </a:solidFill>
              <a:latin typeface="Calibri"/>
              <a:ea typeface="Calibri"/>
              <a:cs typeface="Calibri"/>
              <a:sym typeface="Calibri"/>
            </a:endParaRPr>
          </a:p>
          <a:p>
            <a:pPr marL="457200" lvl="0" indent="-406400" algn="just" rtl="0">
              <a:lnSpc>
                <a:spcPct val="100000"/>
              </a:lnSpc>
              <a:spcBef>
                <a:spcPts val="0"/>
              </a:spcBef>
              <a:spcAft>
                <a:spcPts val="0"/>
              </a:spcAft>
              <a:buSzPts val="2800"/>
              <a:buNone/>
            </a:pPr>
            <a:endParaRPr/>
          </a:p>
        </p:txBody>
      </p:sp>
      <p:sp>
        <p:nvSpPr>
          <p:cNvPr id="487" name="Google Shape;487;p81"/>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39</a:t>
            </a:fld>
            <a:endParaRPr/>
          </a:p>
        </p:txBody>
      </p:sp>
      <p:pic>
        <p:nvPicPr>
          <p:cNvPr id="488" name="Google Shape;488;p81"/>
          <p:cNvPicPr preferRelativeResize="0"/>
          <p:nvPr/>
        </p:nvPicPr>
        <p:blipFill rotWithShape="1">
          <a:blip r:embed="rId3">
            <a:alphaModFix/>
          </a:blip>
          <a:srcRect/>
          <a:stretch/>
        </p:blipFill>
        <p:spPr>
          <a:xfrm>
            <a:off x="1143000" y="2215336"/>
            <a:ext cx="4410669" cy="2365808"/>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33"/>
          <p:cNvSpPr txBox="1">
            <a:spLocks noGrp="1"/>
          </p:cNvSpPr>
          <p:nvPr>
            <p:ph type="body" idx="1"/>
          </p:nvPr>
        </p:nvSpPr>
        <p:spPr>
          <a:xfrm>
            <a:off x="225549" y="308224"/>
            <a:ext cx="11836311" cy="6100140"/>
          </a:xfrm>
          <a:prstGeom prst="rect">
            <a:avLst/>
          </a:prstGeom>
          <a:noFill/>
          <a:ln>
            <a:noFill/>
          </a:ln>
        </p:spPr>
        <p:txBody>
          <a:bodyPr spcFirstLastPara="1" wrap="square" lIns="121900" tIns="121900" rIns="121900" bIns="121900" anchor="t" anchorCtr="0">
            <a:noAutofit/>
          </a:bodyPr>
          <a:lstStyle/>
          <a:p>
            <a:pPr marL="457200" lvl="0" indent="-406400" algn="l" rtl="0">
              <a:lnSpc>
                <a:spcPct val="100000"/>
              </a:lnSpc>
              <a:spcBef>
                <a:spcPts val="0"/>
              </a:spcBef>
              <a:spcAft>
                <a:spcPts val="0"/>
              </a:spcAft>
              <a:buSzPts val="2800"/>
              <a:buNone/>
            </a:pPr>
            <a:r>
              <a:rPr lang="en-US" sz="2400" b="1" i="0">
                <a:solidFill>
                  <a:srgbClr val="6600FF"/>
                </a:solidFill>
                <a:latin typeface="Calibri"/>
                <a:ea typeface="Calibri"/>
                <a:cs typeface="Calibri"/>
                <a:sym typeface="Calibri"/>
              </a:rPr>
              <a:t>6. Hyperparameters Tuning</a:t>
            </a:r>
            <a:endParaRPr/>
          </a:p>
          <a:p>
            <a:pPr marL="457200" lvl="0" indent="-406400" algn="just" rtl="0">
              <a:lnSpc>
                <a:spcPct val="100000"/>
              </a:lnSpc>
              <a:spcBef>
                <a:spcPts val="0"/>
              </a:spcBef>
              <a:spcAft>
                <a:spcPts val="0"/>
              </a:spcAft>
              <a:buSzPts val="2800"/>
              <a:buNone/>
            </a:pPr>
            <a:r>
              <a:rPr lang="en-US" sz="2400" b="0" i="0">
                <a:solidFill>
                  <a:srgbClr val="273239"/>
                </a:solidFill>
                <a:latin typeface="Calibri"/>
                <a:ea typeface="Calibri"/>
                <a:cs typeface="Calibri"/>
                <a:sym typeface="Calibri"/>
              </a:rPr>
              <a:t>	</a:t>
            </a:r>
            <a:r>
              <a:rPr lang="en-US" sz="2400" b="0" i="0">
                <a:solidFill>
                  <a:schemeClr val="dk1"/>
                </a:solidFill>
                <a:latin typeface="Calibri"/>
                <a:ea typeface="Calibri"/>
                <a:cs typeface="Calibri"/>
                <a:sym typeface="Calibri"/>
              </a:rPr>
              <a:t>To make the model work better we can adjust its settings called </a:t>
            </a:r>
            <a:r>
              <a:rPr lang="en-US" sz="2400" b="0" i="0">
                <a:solidFill>
                  <a:srgbClr val="0070C0"/>
                </a:solidFill>
                <a:latin typeface="Calibri"/>
                <a:ea typeface="Calibri"/>
                <a:cs typeface="Calibri"/>
                <a:sym typeface="Calibri"/>
              </a:rPr>
              <a:t>hyperparameters</a:t>
            </a:r>
            <a:r>
              <a:rPr lang="en-US" sz="2400" b="0" i="0">
                <a:solidFill>
                  <a:schemeClr val="dk1"/>
                </a:solidFill>
                <a:latin typeface="Calibri"/>
                <a:ea typeface="Calibri"/>
                <a:cs typeface="Calibri"/>
                <a:sym typeface="Calibri"/>
              </a:rPr>
              <a:t>. These are not learned by the model but are set before training. Tuning them helps improve accuracy and performance. This include:</a:t>
            </a:r>
            <a:endParaRPr/>
          </a:p>
          <a:p>
            <a:pPr marL="457200" lvl="0" indent="-406400" algn="just" rtl="0">
              <a:lnSpc>
                <a:spcPct val="100000"/>
              </a:lnSpc>
              <a:spcBef>
                <a:spcPts val="0"/>
              </a:spcBef>
              <a:spcAft>
                <a:spcPts val="0"/>
              </a:spcAft>
              <a:buSzPts val="2800"/>
              <a:buFont typeface="Noto Sans Symbols"/>
              <a:buChar char="✔"/>
            </a:pPr>
            <a:r>
              <a:rPr lang="en-US" sz="2400" b="1" i="0">
                <a:solidFill>
                  <a:schemeClr val="dk1"/>
                </a:solidFill>
                <a:latin typeface="Calibri"/>
                <a:ea typeface="Calibri"/>
                <a:cs typeface="Calibri"/>
                <a:sym typeface="Calibri"/>
              </a:rPr>
              <a:t>Learning rate</a:t>
            </a:r>
            <a:r>
              <a:rPr lang="en-US" sz="2400" b="0" i="0">
                <a:solidFill>
                  <a:schemeClr val="dk1"/>
                </a:solidFill>
                <a:latin typeface="Calibri"/>
                <a:ea typeface="Calibri"/>
                <a:cs typeface="Calibri"/>
                <a:sym typeface="Calibri"/>
              </a:rPr>
              <a:t>: This controls how quickly the model updates itself during training.</a:t>
            </a:r>
            <a:endParaRPr/>
          </a:p>
          <a:p>
            <a:pPr marL="457200" lvl="0" indent="-406400" algn="just" rtl="0">
              <a:lnSpc>
                <a:spcPct val="100000"/>
              </a:lnSpc>
              <a:spcBef>
                <a:spcPts val="0"/>
              </a:spcBef>
              <a:spcAft>
                <a:spcPts val="0"/>
              </a:spcAft>
              <a:buSzPts val="2800"/>
              <a:buFont typeface="Noto Sans Symbols"/>
              <a:buChar char="✔"/>
            </a:pPr>
            <a:r>
              <a:rPr lang="en-US" sz="2400" b="1" i="0">
                <a:solidFill>
                  <a:schemeClr val="dk1"/>
                </a:solidFill>
                <a:latin typeface="Calibri"/>
                <a:ea typeface="Calibri"/>
                <a:cs typeface="Calibri"/>
                <a:sym typeface="Calibri"/>
              </a:rPr>
              <a:t>Number of layers or trees</a:t>
            </a:r>
            <a:r>
              <a:rPr lang="en-US" sz="2400" b="0" i="0">
                <a:solidFill>
                  <a:schemeClr val="dk1"/>
                </a:solidFill>
                <a:latin typeface="Calibri"/>
                <a:ea typeface="Calibri"/>
                <a:cs typeface="Calibri"/>
                <a:sym typeface="Calibri"/>
              </a:rPr>
              <a:t>: In deep learning or decision tree models you can adjust the number of layers or decision nodes.</a:t>
            </a:r>
            <a:endParaRPr/>
          </a:p>
          <a:p>
            <a:pPr marL="457200" lvl="0" indent="-406400" algn="just" rtl="0">
              <a:lnSpc>
                <a:spcPct val="100000"/>
              </a:lnSpc>
              <a:spcBef>
                <a:spcPts val="0"/>
              </a:spcBef>
              <a:spcAft>
                <a:spcPts val="0"/>
              </a:spcAft>
              <a:buSzPts val="2800"/>
              <a:buFont typeface="Noto Sans Symbols"/>
              <a:buChar char="✔"/>
            </a:pPr>
            <a:r>
              <a:rPr lang="en-US" sz="2400" b="1" i="0">
                <a:solidFill>
                  <a:schemeClr val="dk1"/>
                </a:solidFill>
                <a:latin typeface="Calibri"/>
                <a:ea typeface="Calibri"/>
                <a:cs typeface="Calibri"/>
                <a:sym typeface="Calibri"/>
              </a:rPr>
              <a:t>Batch size</a:t>
            </a:r>
            <a:r>
              <a:rPr lang="en-US" sz="2400" b="0" i="0">
                <a:solidFill>
                  <a:schemeClr val="dk1"/>
                </a:solidFill>
                <a:latin typeface="Calibri"/>
                <a:ea typeface="Calibri"/>
                <a:cs typeface="Calibri"/>
                <a:sym typeface="Calibri"/>
              </a:rPr>
              <a:t>: In deep learning this controls how many data points the model sees before updating its weights.</a:t>
            </a:r>
            <a:endParaRPr/>
          </a:p>
          <a:p>
            <a:pPr marL="457200" lvl="0" indent="-406400" algn="just" rtl="0">
              <a:lnSpc>
                <a:spcPct val="100000"/>
              </a:lnSpc>
              <a:spcBef>
                <a:spcPts val="0"/>
              </a:spcBef>
              <a:spcAft>
                <a:spcPts val="0"/>
              </a:spcAft>
              <a:buSzPts val="2800"/>
              <a:buNone/>
            </a:pPr>
            <a:r>
              <a:rPr lang="en-US" sz="2400" b="1" i="0">
                <a:solidFill>
                  <a:srgbClr val="6600FF"/>
                </a:solidFill>
                <a:latin typeface="Calibri"/>
                <a:ea typeface="Calibri"/>
                <a:cs typeface="Calibri"/>
                <a:sym typeface="Calibri"/>
              </a:rPr>
              <a:t>7. Deploy the Model</a:t>
            </a:r>
            <a:endParaRPr/>
          </a:p>
          <a:p>
            <a:pPr marL="457200" lvl="0" indent="-406400" algn="just" rtl="0">
              <a:lnSpc>
                <a:spcPct val="100000"/>
              </a:lnSpc>
              <a:spcBef>
                <a:spcPts val="0"/>
              </a:spcBef>
              <a:spcAft>
                <a:spcPts val="0"/>
              </a:spcAft>
              <a:buSzPts val="2800"/>
              <a:buFont typeface="Arial"/>
              <a:buChar char="•"/>
            </a:pPr>
            <a:r>
              <a:rPr lang="en-US" sz="2400" b="0" i="0">
                <a:solidFill>
                  <a:schemeClr val="dk1"/>
                </a:solidFill>
                <a:latin typeface="Calibri"/>
                <a:ea typeface="Calibri"/>
                <a:cs typeface="Calibri"/>
                <a:sym typeface="Calibri"/>
              </a:rPr>
              <a:t>Once the model is trained and performs well, save it and create an API using tools like Flask or FastAPI and host it on a server or cloud platform like AWS, Google Cloud or Azure to make it accessible for real-world use.</a:t>
            </a:r>
            <a:endParaRPr/>
          </a:p>
          <a:p>
            <a:pPr marL="457200" lvl="0" indent="-406400" algn="just" rtl="0">
              <a:lnSpc>
                <a:spcPct val="100000"/>
              </a:lnSpc>
              <a:spcBef>
                <a:spcPts val="0"/>
              </a:spcBef>
              <a:spcAft>
                <a:spcPts val="0"/>
              </a:spcAft>
              <a:buSzPts val="2800"/>
              <a:buFont typeface="Arial"/>
              <a:buChar char="•"/>
            </a:pPr>
            <a:r>
              <a:rPr lang="en-US" sz="2400" b="0" i="0">
                <a:solidFill>
                  <a:schemeClr val="dk1"/>
                </a:solidFill>
                <a:latin typeface="Calibri"/>
                <a:ea typeface="Calibri"/>
                <a:cs typeface="Calibri"/>
                <a:sym typeface="Calibri"/>
              </a:rPr>
              <a:t>Test the API to ensure it works correctly and use containers like Docker for consistent deployment.</a:t>
            </a:r>
            <a:endParaRPr/>
          </a:p>
          <a:p>
            <a:pPr marL="457200" lvl="0" indent="-406400" algn="just" rtl="0">
              <a:lnSpc>
                <a:spcPct val="100000"/>
              </a:lnSpc>
              <a:spcBef>
                <a:spcPts val="0"/>
              </a:spcBef>
              <a:spcAft>
                <a:spcPts val="0"/>
              </a:spcAft>
              <a:buSzPts val="2800"/>
              <a:buFont typeface="Arial"/>
              <a:buChar char="•"/>
            </a:pPr>
            <a:r>
              <a:rPr lang="en-US" sz="2400" b="0" i="0">
                <a:solidFill>
                  <a:schemeClr val="dk1"/>
                </a:solidFill>
                <a:latin typeface="Calibri"/>
                <a:ea typeface="Calibri"/>
                <a:cs typeface="Calibri"/>
                <a:sym typeface="Calibri"/>
              </a:rPr>
              <a:t>Continuously monitor the model to check its performance and accuracy over time</a:t>
            </a:r>
            <a:r>
              <a:rPr lang="en-US" sz="2400" b="0" i="0">
                <a:solidFill>
                  <a:srgbClr val="273239"/>
                </a:solidFill>
                <a:latin typeface="Calibri"/>
                <a:ea typeface="Calibri"/>
                <a:cs typeface="Calibri"/>
                <a:sym typeface="Calibri"/>
              </a:rPr>
              <a:t>.</a:t>
            </a:r>
            <a:endParaRPr/>
          </a:p>
          <a:p>
            <a:pPr marL="50800" lvl="0" indent="0" algn="l" rtl="0">
              <a:lnSpc>
                <a:spcPct val="100000"/>
              </a:lnSpc>
              <a:spcBef>
                <a:spcPts val="1800"/>
              </a:spcBef>
              <a:spcAft>
                <a:spcPts val="0"/>
              </a:spcAft>
              <a:buSzPts val="2800"/>
              <a:buNone/>
            </a:pPr>
            <a:endParaRPr sz="2400">
              <a:latin typeface="Calibri"/>
              <a:ea typeface="Calibri"/>
              <a:cs typeface="Calibri"/>
              <a:sym typeface="Calibri"/>
            </a:endParaRPr>
          </a:p>
        </p:txBody>
      </p:sp>
      <p:sp>
        <p:nvSpPr>
          <p:cNvPr id="495" name="Google Shape;495;p33"/>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40</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34"/>
          <p:cNvSpPr txBox="1">
            <a:spLocks noGrp="1"/>
          </p:cNvSpPr>
          <p:nvPr>
            <p:ph type="body" idx="1"/>
          </p:nvPr>
        </p:nvSpPr>
        <p:spPr>
          <a:xfrm>
            <a:off x="415600" y="1419388"/>
            <a:ext cx="11360700" cy="4672200"/>
          </a:xfrm>
          <a:prstGeom prst="rect">
            <a:avLst/>
          </a:prstGeom>
          <a:noFill/>
          <a:ln>
            <a:noFill/>
          </a:ln>
        </p:spPr>
        <p:txBody>
          <a:bodyPr spcFirstLastPara="1" wrap="square" lIns="121900" tIns="121900" rIns="121900" bIns="121900" anchor="t" anchorCtr="0">
            <a:noAutofit/>
          </a:bodyPr>
          <a:lstStyle/>
          <a:p>
            <a:pPr marL="50800" lvl="0" indent="0" algn="ctr" rtl="0">
              <a:lnSpc>
                <a:spcPct val="100000"/>
              </a:lnSpc>
              <a:spcBef>
                <a:spcPts val="0"/>
              </a:spcBef>
              <a:spcAft>
                <a:spcPts val="0"/>
              </a:spcAft>
              <a:buSzPts val="2800"/>
              <a:buNone/>
            </a:pPr>
            <a:endParaRPr sz="3600" b="1" i="0" u="none" strike="noStrike" cap="none">
              <a:solidFill>
                <a:srgbClr val="C00000"/>
              </a:solidFill>
              <a:latin typeface="Calibri"/>
              <a:ea typeface="Calibri"/>
              <a:cs typeface="Calibri"/>
              <a:sym typeface="Calibri"/>
            </a:endParaRPr>
          </a:p>
          <a:p>
            <a:pPr marL="50800" lvl="0" indent="0" algn="ctr" rtl="0">
              <a:lnSpc>
                <a:spcPct val="100000"/>
              </a:lnSpc>
              <a:spcBef>
                <a:spcPts val="0"/>
              </a:spcBef>
              <a:spcAft>
                <a:spcPts val="0"/>
              </a:spcAft>
              <a:buSzPts val="2800"/>
              <a:buNone/>
            </a:pPr>
            <a:endParaRPr sz="4000" b="1">
              <a:solidFill>
                <a:srgbClr val="CC0000"/>
              </a:solidFill>
            </a:endParaRPr>
          </a:p>
          <a:p>
            <a:pPr marL="50800" lvl="0" indent="0" algn="ctr" rtl="0">
              <a:lnSpc>
                <a:spcPct val="100000"/>
              </a:lnSpc>
              <a:spcBef>
                <a:spcPts val="0"/>
              </a:spcBef>
              <a:spcAft>
                <a:spcPts val="0"/>
              </a:spcAft>
              <a:buSzPts val="2800"/>
              <a:buNone/>
            </a:pPr>
            <a:r>
              <a:rPr lang="en-US" sz="4000" b="1">
                <a:solidFill>
                  <a:srgbClr val="CC0000"/>
                </a:solidFill>
              </a:rPr>
              <a:t>Bias-Variance Trade-off</a:t>
            </a:r>
            <a:endParaRPr sz="4000" b="1">
              <a:solidFill>
                <a:srgbClr val="CC0000"/>
              </a:solidFill>
            </a:endParaRPr>
          </a:p>
        </p:txBody>
      </p:sp>
      <p:sp>
        <p:nvSpPr>
          <p:cNvPr id="501" name="Google Shape;501;p34"/>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41</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35"/>
          <p:cNvSpPr txBox="1">
            <a:spLocks noGrp="1"/>
          </p:cNvSpPr>
          <p:nvPr>
            <p:ph type="title"/>
          </p:nvPr>
        </p:nvSpPr>
        <p:spPr>
          <a:xfrm>
            <a:off x="415600" y="491767"/>
            <a:ext cx="11360700" cy="763500"/>
          </a:xfrm>
          <a:prstGeom prst="rect">
            <a:avLst/>
          </a:prstGeom>
          <a:noFill/>
          <a:ln>
            <a:noFill/>
          </a:ln>
        </p:spPr>
        <p:txBody>
          <a:bodyPr spcFirstLastPara="1" wrap="square" lIns="121900" tIns="121900" rIns="121900" bIns="121900" anchor="t" anchorCtr="0">
            <a:noAutofit/>
          </a:bodyPr>
          <a:lstStyle/>
          <a:p>
            <a:pPr marL="457200" marR="0" lvl="0" indent="-406400" algn="l" rtl="0">
              <a:lnSpc>
                <a:spcPct val="100000"/>
              </a:lnSpc>
              <a:spcBef>
                <a:spcPts val="0"/>
              </a:spcBef>
              <a:spcAft>
                <a:spcPts val="0"/>
              </a:spcAft>
              <a:buSzPts val="3200"/>
              <a:buNone/>
            </a:pPr>
            <a:r>
              <a:rPr lang="en-US" sz="2800" b="1" i="0" u="sng" strike="noStrike" cap="none">
                <a:solidFill>
                  <a:srgbClr val="006600"/>
                </a:solidFill>
                <a:latin typeface="Calibri"/>
                <a:ea typeface="Calibri"/>
                <a:cs typeface="Calibri"/>
                <a:sym typeface="Calibri"/>
              </a:rPr>
              <a:t>Example-1: Driving to Work</a:t>
            </a:r>
            <a:br>
              <a:rPr lang="en-US" sz="2800" b="1" i="0" u="none" strike="noStrike" cap="none">
                <a:solidFill>
                  <a:srgbClr val="000000"/>
                </a:solidFill>
                <a:latin typeface="IBM Plex Sans Condensed"/>
                <a:ea typeface="IBM Plex Sans Condensed"/>
                <a:cs typeface="IBM Plex Sans Condensed"/>
                <a:sym typeface="IBM Plex Sans Condensed"/>
              </a:rPr>
            </a:br>
            <a:endParaRPr/>
          </a:p>
        </p:txBody>
      </p:sp>
      <p:sp>
        <p:nvSpPr>
          <p:cNvPr id="507" name="Google Shape;507;p35"/>
          <p:cNvSpPr txBox="1">
            <a:spLocks noGrp="1"/>
          </p:cNvSpPr>
          <p:nvPr>
            <p:ph type="body" idx="1"/>
          </p:nvPr>
        </p:nvSpPr>
        <p:spPr>
          <a:xfrm>
            <a:off x="591400" y="1255267"/>
            <a:ext cx="11360700" cy="4672200"/>
          </a:xfrm>
          <a:prstGeom prst="rect">
            <a:avLst/>
          </a:prstGeom>
          <a:noFill/>
          <a:ln>
            <a:noFill/>
          </a:ln>
        </p:spPr>
        <p:txBody>
          <a:bodyPr spcFirstLastPara="1" wrap="square" lIns="121900" tIns="121900" rIns="121900" bIns="121900" anchor="t" anchorCtr="0">
            <a:noAutofit/>
          </a:bodyPr>
          <a:lstStyle/>
          <a:p>
            <a:pPr marL="457200" lvl="0" indent="-406400" algn="l" rtl="0">
              <a:lnSpc>
                <a:spcPct val="100000"/>
              </a:lnSpc>
              <a:spcBef>
                <a:spcPts val="0"/>
              </a:spcBef>
              <a:spcAft>
                <a:spcPts val="0"/>
              </a:spcAft>
              <a:buSzPts val="2800"/>
              <a:buFont typeface="Noto Sans Symbols"/>
              <a:buChar char="⮚"/>
            </a:pPr>
            <a:r>
              <a:rPr lang="en-US">
                <a:latin typeface="Calibri"/>
                <a:ea typeface="Calibri"/>
                <a:cs typeface="Calibri"/>
                <a:sym typeface="Calibri"/>
              </a:rPr>
              <a:t>You want to estimate how long your commute will take.</a:t>
            </a:r>
            <a:endParaRPr/>
          </a:p>
          <a:p>
            <a:pPr marL="457200" lvl="0" indent="-406400" algn="l" rtl="0">
              <a:lnSpc>
                <a:spcPct val="100000"/>
              </a:lnSpc>
              <a:spcBef>
                <a:spcPts val="0"/>
              </a:spcBef>
              <a:spcAft>
                <a:spcPts val="0"/>
              </a:spcAft>
              <a:buSzPts val="2800"/>
              <a:buNone/>
            </a:pPr>
            <a:r>
              <a:rPr lang="en-US" b="1" u="sng">
                <a:latin typeface="Calibri"/>
                <a:ea typeface="Calibri"/>
                <a:cs typeface="Calibri"/>
                <a:sym typeface="Calibri"/>
              </a:rPr>
              <a:t>Underfitting:</a:t>
            </a:r>
            <a:br>
              <a:rPr lang="en-US">
                <a:latin typeface="Calibri"/>
                <a:ea typeface="Calibri"/>
                <a:cs typeface="Calibri"/>
                <a:sym typeface="Calibri"/>
              </a:rPr>
            </a:br>
            <a:r>
              <a:rPr lang="en-US" i="1">
                <a:latin typeface="Calibri"/>
                <a:ea typeface="Calibri"/>
                <a:cs typeface="Calibri"/>
                <a:sym typeface="Calibri"/>
              </a:rPr>
              <a:t>"It always takes 30 minutes."</a:t>
            </a:r>
            <a:endParaRPr>
              <a:latin typeface="Calibri"/>
              <a:ea typeface="Calibri"/>
              <a:cs typeface="Calibri"/>
              <a:sym typeface="Calibri"/>
            </a:endParaRPr>
          </a:p>
          <a:p>
            <a:pPr marL="457200" lvl="0" indent="-406400" algn="l" rtl="0">
              <a:lnSpc>
                <a:spcPct val="100000"/>
              </a:lnSpc>
              <a:spcBef>
                <a:spcPts val="0"/>
              </a:spcBef>
              <a:spcAft>
                <a:spcPts val="0"/>
              </a:spcAft>
              <a:buSzPts val="2800"/>
              <a:buNone/>
            </a:pPr>
            <a:r>
              <a:rPr lang="en-US">
                <a:latin typeface="Calibri"/>
                <a:ea typeface="Calibri"/>
                <a:cs typeface="Calibri"/>
                <a:sym typeface="Calibri"/>
              </a:rPr>
              <a:t>Result:</a:t>
            </a:r>
            <a:endParaRPr/>
          </a:p>
          <a:p>
            <a:pPr marL="457200" lvl="0" indent="-406400" algn="l" rtl="0">
              <a:lnSpc>
                <a:spcPct val="100000"/>
              </a:lnSpc>
              <a:spcBef>
                <a:spcPts val="0"/>
              </a:spcBef>
              <a:spcAft>
                <a:spcPts val="0"/>
              </a:spcAft>
              <a:buSzPts val="2800"/>
              <a:buFont typeface="Arial"/>
              <a:buChar char="•"/>
            </a:pPr>
            <a:r>
              <a:rPr lang="en-US">
                <a:latin typeface="Calibri"/>
                <a:ea typeface="Calibri"/>
                <a:cs typeface="Calibri"/>
                <a:sym typeface="Calibri"/>
              </a:rPr>
              <a:t>You’re late on rainy days.</a:t>
            </a:r>
            <a:endParaRPr/>
          </a:p>
          <a:p>
            <a:pPr marL="457200" lvl="0" indent="-406400" algn="l" rtl="0">
              <a:lnSpc>
                <a:spcPct val="100000"/>
              </a:lnSpc>
              <a:spcBef>
                <a:spcPts val="0"/>
              </a:spcBef>
              <a:spcAft>
                <a:spcPts val="0"/>
              </a:spcAft>
              <a:buSzPts val="2800"/>
              <a:buFont typeface="Arial"/>
              <a:buChar char="•"/>
            </a:pPr>
            <a:r>
              <a:rPr lang="en-US">
                <a:latin typeface="Calibri"/>
                <a:ea typeface="Calibri"/>
                <a:cs typeface="Calibri"/>
                <a:sym typeface="Calibri"/>
              </a:rPr>
              <a:t>You’re too early on weekends.</a:t>
            </a:r>
            <a:br>
              <a:rPr lang="en-US">
                <a:latin typeface="Calibri"/>
                <a:ea typeface="Calibri"/>
                <a:cs typeface="Calibri"/>
                <a:sym typeface="Calibri"/>
              </a:rPr>
            </a:br>
            <a:r>
              <a:rPr lang="en-US">
                <a:latin typeface="Calibri"/>
                <a:ea typeface="Calibri"/>
                <a:cs typeface="Calibri"/>
                <a:sym typeface="Calibri"/>
              </a:rPr>
              <a:t>→ You </a:t>
            </a:r>
            <a:r>
              <a:rPr lang="en-US">
                <a:solidFill>
                  <a:srgbClr val="0070C0"/>
                </a:solidFill>
                <a:latin typeface="Calibri"/>
                <a:ea typeface="Calibri"/>
                <a:cs typeface="Calibri"/>
                <a:sym typeface="Calibri"/>
              </a:rPr>
              <a:t>ignore important factors </a:t>
            </a:r>
            <a:r>
              <a:rPr lang="en-US">
                <a:latin typeface="Calibri"/>
                <a:ea typeface="Calibri"/>
                <a:cs typeface="Calibri"/>
                <a:sym typeface="Calibri"/>
              </a:rPr>
              <a:t>like </a:t>
            </a:r>
            <a:r>
              <a:rPr lang="en-US">
                <a:solidFill>
                  <a:srgbClr val="0070C0"/>
                </a:solidFill>
                <a:latin typeface="Calibri"/>
                <a:ea typeface="Calibri"/>
                <a:cs typeface="Calibri"/>
                <a:sym typeface="Calibri"/>
              </a:rPr>
              <a:t>weather and traffic</a:t>
            </a:r>
            <a:r>
              <a:rPr lang="en-US">
                <a:latin typeface="Calibri"/>
                <a:ea typeface="Calibri"/>
                <a:cs typeface="Calibri"/>
                <a:sym typeface="Calibri"/>
              </a:rPr>
              <a:t>.</a:t>
            </a:r>
            <a:endParaRPr/>
          </a:p>
          <a:p>
            <a:pPr marL="457200" lvl="0" indent="-228600" algn="l" rtl="0">
              <a:lnSpc>
                <a:spcPct val="100000"/>
              </a:lnSpc>
              <a:spcBef>
                <a:spcPts val="0"/>
              </a:spcBef>
              <a:spcAft>
                <a:spcPts val="0"/>
              </a:spcAft>
              <a:buSzPts val="2800"/>
              <a:buFont typeface="IBM Plex Sans Condensed"/>
              <a:buNone/>
            </a:pPr>
            <a:endParaRPr/>
          </a:p>
        </p:txBody>
      </p:sp>
      <p:sp>
        <p:nvSpPr>
          <p:cNvPr id="508" name="Google Shape;508;p35"/>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42</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36"/>
          <p:cNvSpPr txBox="1">
            <a:spLocks noGrp="1"/>
          </p:cNvSpPr>
          <p:nvPr>
            <p:ph type="title"/>
          </p:nvPr>
        </p:nvSpPr>
        <p:spPr>
          <a:xfrm>
            <a:off x="415600" y="284464"/>
            <a:ext cx="11360700" cy="629397"/>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SzPts val="3200"/>
              <a:buFont typeface="IBM Plex Sans Condensed"/>
              <a:buNone/>
            </a:pPr>
            <a:r>
              <a:rPr lang="en-US" sz="2800" b="1" i="0" u="sng" strike="noStrike" cap="none">
                <a:solidFill>
                  <a:schemeClr val="dk1"/>
                </a:solidFill>
                <a:latin typeface="Calibri"/>
                <a:ea typeface="Calibri"/>
                <a:cs typeface="Calibri"/>
                <a:sym typeface="Calibri"/>
              </a:rPr>
              <a:t>Example: Driving to Work (Continued….)</a:t>
            </a:r>
            <a:endParaRPr>
              <a:solidFill>
                <a:schemeClr val="dk1"/>
              </a:solidFill>
            </a:endParaRPr>
          </a:p>
        </p:txBody>
      </p:sp>
      <p:sp>
        <p:nvSpPr>
          <p:cNvPr id="514" name="Google Shape;514;p36"/>
          <p:cNvSpPr txBox="1">
            <a:spLocks noGrp="1"/>
          </p:cNvSpPr>
          <p:nvPr>
            <p:ph type="body" idx="1"/>
          </p:nvPr>
        </p:nvSpPr>
        <p:spPr>
          <a:xfrm>
            <a:off x="415600" y="1047964"/>
            <a:ext cx="11360700" cy="5043624"/>
          </a:xfrm>
          <a:prstGeom prst="rect">
            <a:avLst/>
          </a:prstGeom>
          <a:noFill/>
          <a:ln>
            <a:noFill/>
          </a:ln>
        </p:spPr>
        <p:txBody>
          <a:bodyPr spcFirstLastPara="1" wrap="square" lIns="121900" tIns="121900" rIns="121900" bIns="121900" anchor="t" anchorCtr="0">
            <a:noAutofit/>
          </a:bodyPr>
          <a:lstStyle/>
          <a:p>
            <a:pPr marL="457200" lvl="0" indent="-406400" algn="l" rtl="0">
              <a:lnSpc>
                <a:spcPct val="100000"/>
              </a:lnSpc>
              <a:spcBef>
                <a:spcPts val="0"/>
              </a:spcBef>
              <a:spcAft>
                <a:spcPts val="0"/>
              </a:spcAft>
              <a:buSzPts val="2800"/>
              <a:buNone/>
            </a:pPr>
            <a:r>
              <a:rPr lang="en-US" sz="2400" b="1" u="sng">
                <a:latin typeface="Calibri"/>
                <a:ea typeface="Calibri"/>
                <a:cs typeface="Calibri"/>
                <a:sym typeface="Calibri"/>
              </a:rPr>
              <a:t>Overfitting:</a:t>
            </a:r>
            <a:br>
              <a:rPr lang="en-US" sz="2400">
                <a:latin typeface="Calibri"/>
                <a:ea typeface="Calibri"/>
                <a:cs typeface="Calibri"/>
                <a:sym typeface="Calibri"/>
              </a:rPr>
            </a:br>
            <a:r>
              <a:rPr lang="en-US" sz="2400">
                <a:latin typeface="Calibri"/>
                <a:ea typeface="Calibri"/>
                <a:cs typeface="Calibri"/>
                <a:sym typeface="Calibri"/>
              </a:rPr>
              <a:t>"If I leave at 8:02 am on a Tuesday with 75% fuel, and the first traffic light is green, and I hear a particular song on the radio, then it will take 28.5 minutes."</a:t>
            </a:r>
            <a:endParaRPr/>
          </a:p>
          <a:p>
            <a:pPr marL="457200" lvl="0" indent="-406400" algn="l" rtl="0">
              <a:lnSpc>
                <a:spcPct val="100000"/>
              </a:lnSpc>
              <a:spcBef>
                <a:spcPts val="0"/>
              </a:spcBef>
              <a:spcAft>
                <a:spcPts val="0"/>
              </a:spcAft>
              <a:buSzPts val="2800"/>
              <a:buNone/>
            </a:pPr>
            <a:r>
              <a:rPr lang="en-US" sz="2400">
                <a:latin typeface="Calibri"/>
                <a:ea typeface="Calibri"/>
                <a:cs typeface="Calibri"/>
                <a:sym typeface="Calibri"/>
              </a:rPr>
              <a:t>Result:</a:t>
            </a:r>
            <a:endParaRPr/>
          </a:p>
          <a:p>
            <a:pPr marL="457200" lvl="0" indent="-406400" algn="l" rtl="0">
              <a:lnSpc>
                <a:spcPct val="100000"/>
              </a:lnSpc>
              <a:spcBef>
                <a:spcPts val="0"/>
              </a:spcBef>
              <a:spcAft>
                <a:spcPts val="0"/>
              </a:spcAft>
              <a:buSzPts val="2800"/>
              <a:buFont typeface="Arial"/>
              <a:buChar char="•"/>
            </a:pPr>
            <a:r>
              <a:rPr lang="en-US" sz="2400">
                <a:latin typeface="Calibri"/>
                <a:ea typeface="Calibri"/>
                <a:cs typeface="Calibri"/>
                <a:sym typeface="Calibri"/>
              </a:rPr>
              <a:t>This works only in that exact situation.</a:t>
            </a:r>
            <a:endParaRPr/>
          </a:p>
          <a:p>
            <a:pPr marL="457200" lvl="0" indent="-406400" algn="l" rtl="0">
              <a:lnSpc>
                <a:spcPct val="100000"/>
              </a:lnSpc>
              <a:spcBef>
                <a:spcPts val="0"/>
              </a:spcBef>
              <a:spcAft>
                <a:spcPts val="0"/>
              </a:spcAft>
              <a:buSzPts val="2800"/>
              <a:buFont typeface="Arial"/>
              <a:buChar char="•"/>
            </a:pPr>
            <a:r>
              <a:rPr lang="en-US" sz="2400">
                <a:latin typeface="Calibri"/>
                <a:ea typeface="Calibri"/>
                <a:cs typeface="Calibri"/>
                <a:sym typeface="Calibri"/>
              </a:rPr>
              <a:t>When anything changes, your estimate is wrong.</a:t>
            </a:r>
            <a:br>
              <a:rPr lang="en-US" sz="2400">
                <a:latin typeface="Calibri"/>
                <a:ea typeface="Calibri"/>
                <a:cs typeface="Calibri"/>
                <a:sym typeface="Calibri"/>
              </a:rPr>
            </a:br>
            <a:r>
              <a:rPr lang="en-US" sz="2400">
                <a:latin typeface="Calibri"/>
                <a:ea typeface="Calibri"/>
                <a:cs typeface="Calibri"/>
                <a:sym typeface="Calibri"/>
              </a:rPr>
              <a:t>→ You </a:t>
            </a:r>
            <a:r>
              <a:rPr lang="en-US" sz="2400">
                <a:solidFill>
                  <a:srgbClr val="0070C0"/>
                </a:solidFill>
                <a:latin typeface="Calibri"/>
                <a:ea typeface="Calibri"/>
                <a:cs typeface="Calibri"/>
                <a:sym typeface="Calibri"/>
              </a:rPr>
              <a:t>paid attention to too many irrelevant details</a:t>
            </a:r>
            <a:r>
              <a:rPr lang="en-US" sz="2400">
                <a:latin typeface="Calibri"/>
                <a:ea typeface="Calibri"/>
                <a:cs typeface="Calibri"/>
                <a:sym typeface="Calibri"/>
              </a:rPr>
              <a:t>.</a:t>
            </a:r>
            <a:endParaRPr/>
          </a:p>
          <a:p>
            <a:pPr marL="457200" lvl="0" indent="-228600" algn="l" rtl="0">
              <a:lnSpc>
                <a:spcPct val="100000"/>
              </a:lnSpc>
              <a:spcBef>
                <a:spcPts val="0"/>
              </a:spcBef>
              <a:spcAft>
                <a:spcPts val="0"/>
              </a:spcAft>
              <a:buSzPts val="2800"/>
              <a:buFont typeface="IBM Plex Sans Condensed"/>
              <a:buNone/>
            </a:pPr>
            <a:endParaRPr/>
          </a:p>
        </p:txBody>
      </p:sp>
      <p:sp>
        <p:nvSpPr>
          <p:cNvPr id="515" name="Google Shape;515;p36"/>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43</a:t>
            </a:fld>
            <a:endParaRPr/>
          </a:p>
        </p:txBody>
      </p:sp>
      <p:graphicFrame>
        <p:nvGraphicFramePr>
          <p:cNvPr id="516" name="Google Shape;516;p36"/>
          <p:cNvGraphicFramePr/>
          <p:nvPr/>
        </p:nvGraphicFramePr>
        <p:xfrm>
          <a:off x="1720743" y="4128685"/>
          <a:ext cx="3000000" cy="3000000"/>
        </p:xfrm>
        <a:graphic>
          <a:graphicData uri="http://schemas.openxmlformats.org/drawingml/2006/table">
            <a:tbl>
              <a:tblPr>
                <a:noFill/>
                <a:tableStyleId>{A765884C-48F7-426B-96F7-66D65CDCD0BC}</a:tableStyleId>
              </a:tblPr>
              <a:tblGrid>
                <a:gridCol w="4240750">
                  <a:extLst>
                    <a:ext uri="{9D8B030D-6E8A-4147-A177-3AD203B41FA5}">
                      <a16:colId xmlns:a16="http://schemas.microsoft.com/office/drawing/2014/main" val="20000"/>
                    </a:ext>
                  </a:extLst>
                </a:gridCol>
                <a:gridCol w="4240750">
                  <a:extLst>
                    <a:ext uri="{9D8B030D-6E8A-4147-A177-3AD203B41FA5}">
                      <a16:colId xmlns:a16="http://schemas.microsoft.com/office/drawing/2014/main" val="20001"/>
                    </a:ext>
                  </a:extLst>
                </a:gridCol>
              </a:tblGrid>
              <a:tr h="304800">
                <a:tc>
                  <a:txBody>
                    <a:bodyPr/>
                    <a:lstStyle/>
                    <a:p>
                      <a:pPr marL="0" marR="0" lvl="0" indent="0" algn="l" rtl="0">
                        <a:lnSpc>
                          <a:spcPct val="100000"/>
                        </a:lnSpc>
                        <a:spcBef>
                          <a:spcPts val="0"/>
                        </a:spcBef>
                        <a:spcAft>
                          <a:spcPts val="0"/>
                        </a:spcAft>
                        <a:buClr>
                          <a:srgbClr val="000000"/>
                        </a:buClr>
                        <a:buSzPts val="2400"/>
                        <a:buFont typeface="Arial"/>
                        <a:buNone/>
                      </a:pPr>
                      <a:r>
                        <a:rPr lang="en-US" sz="2400" b="1" i="1" u="none" strike="noStrike" cap="none">
                          <a:latin typeface="Calibri"/>
                          <a:ea typeface="Calibri"/>
                          <a:cs typeface="Calibri"/>
                          <a:sym typeface="Calibri"/>
                        </a:rPr>
                        <a:t>Underfitting</a:t>
                      </a:r>
                      <a:endParaRPr sz="2400" i="1"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400"/>
                        <a:buFont typeface="Arial"/>
                        <a:buNone/>
                      </a:pPr>
                      <a:r>
                        <a:rPr lang="en-US" sz="2400" b="1" i="1" u="none" strike="noStrike" cap="none">
                          <a:latin typeface="Calibri"/>
                          <a:ea typeface="Calibri"/>
                          <a:cs typeface="Calibri"/>
                          <a:sym typeface="Calibri"/>
                        </a:rPr>
                        <a:t>Overfitting</a:t>
                      </a:r>
                      <a:endParaRPr sz="2400" i="1"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4800">
                <a:tc>
                  <a:txBody>
                    <a:bodyPr/>
                    <a:lstStyle/>
                    <a:p>
                      <a:pPr marL="0" marR="0" lvl="0" indent="0" algn="l" rtl="0">
                        <a:lnSpc>
                          <a:spcPct val="100000"/>
                        </a:lnSpc>
                        <a:spcBef>
                          <a:spcPts val="0"/>
                        </a:spcBef>
                        <a:spcAft>
                          <a:spcPts val="0"/>
                        </a:spcAft>
                        <a:buClr>
                          <a:srgbClr val="000000"/>
                        </a:buClr>
                        <a:buSzPts val="2400"/>
                        <a:buFont typeface="Arial"/>
                        <a:buNone/>
                      </a:pPr>
                      <a:r>
                        <a:rPr lang="en-US" sz="2400" i="1" u="none" strike="noStrike" cap="none">
                          <a:latin typeface="Calibri"/>
                          <a:ea typeface="Calibri"/>
                          <a:cs typeface="Calibri"/>
                          <a:sym typeface="Calibri"/>
                        </a:rPr>
                        <a:t>Too simple</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400"/>
                        <a:buFont typeface="Arial"/>
                        <a:buNone/>
                      </a:pPr>
                      <a:r>
                        <a:rPr lang="en-US" sz="2400" i="1" u="none" strike="noStrike" cap="none">
                          <a:latin typeface="Calibri"/>
                          <a:ea typeface="Calibri"/>
                          <a:cs typeface="Calibri"/>
                          <a:sym typeface="Calibri"/>
                        </a:rPr>
                        <a:t>Too complicated</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4800">
                <a:tc>
                  <a:txBody>
                    <a:bodyPr/>
                    <a:lstStyle/>
                    <a:p>
                      <a:pPr marL="0" marR="0" lvl="0" indent="0" algn="l" rtl="0">
                        <a:lnSpc>
                          <a:spcPct val="100000"/>
                        </a:lnSpc>
                        <a:spcBef>
                          <a:spcPts val="0"/>
                        </a:spcBef>
                        <a:spcAft>
                          <a:spcPts val="0"/>
                        </a:spcAft>
                        <a:buClr>
                          <a:srgbClr val="000000"/>
                        </a:buClr>
                        <a:buSzPts val="2400"/>
                        <a:buFont typeface="Arial"/>
                        <a:buNone/>
                      </a:pPr>
                      <a:r>
                        <a:rPr lang="en-US" sz="2400" i="1" u="none" strike="noStrike" cap="none">
                          <a:latin typeface="Calibri"/>
                          <a:ea typeface="Calibri"/>
                          <a:cs typeface="Calibri"/>
                          <a:sym typeface="Calibri"/>
                        </a:rPr>
                        <a:t>Ignores important factors</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400"/>
                        <a:buFont typeface="Arial"/>
                        <a:buNone/>
                      </a:pPr>
                      <a:r>
                        <a:rPr lang="en-US" sz="2400" i="1" u="none" strike="noStrike" cap="none">
                          <a:latin typeface="Calibri"/>
                          <a:ea typeface="Calibri"/>
                          <a:cs typeface="Calibri"/>
                          <a:sym typeface="Calibri"/>
                        </a:rPr>
                        <a:t>Focuses too much on tiny details</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4800">
                <a:tc>
                  <a:txBody>
                    <a:bodyPr/>
                    <a:lstStyle/>
                    <a:p>
                      <a:pPr marL="0" marR="0" lvl="0" indent="0" algn="l" rtl="0">
                        <a:lnSpc>
                          <a:spcPct val="100000"/>
                        </a:lnSpc>
                        <a:spcBef>
                          <a:spcPts val="0"/>
                        </a:spcBef>
                        <a:spcAft>
                          <a:spcPts val="0"/>
                        </a:spcAft>
                        <a:buClr>
                          <a:srgbClr val="000000"/>
                        </a:buClr>
                        <a:buSzPts val="2400"/>
                        <a:buFont typeface="Arial"/>
                        <a:buNone/>
                      </a:pPr>
                      <a:r>
                        <a:rPr lang="en-US" sz="2400" i="1" u="none" strike="noStrike" cap="none">
                          <a:latin typeface="Calibri"/>
                          <a:ea typeface="Calibri"/>
                          <a:cs typeface="Calibri"/>
                          <a:sym typeface="Calibri"/>
                        </a:rPr>
                        <a:t>Poor results everywhere</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400"/>
                        <a:buFont typeface="Arial"/>
                        <a:buNone/>
                      </a:pPr>
                      <a:r>
                        <a:rPr lang="en-US" sz="2400" i="1" u="none" strike="noStrike" cap="none">
                          <a:latin typeface="Calibri"/>
                          <a:ea typeface="Calibri"/>
                          <a:cs typeface="Calibri"/>
                          <a:sym typeface="Calibri"/>
                        </a:rPr>
                        <a:t>Works well on past, fails on new</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37"/>
          <p:cNvSpPr txBox="1">
            <a:spLocks noGrp="1"/>
          </p:cNvSpPr>
          <p:nvPr>
            <p:ph type="title"/>
          </p:nvPr>
        </p:nvSpPr>
        <p:spPr>
          <a:xfrm>
            <a:off x="415650" y="164387"/>
            <a:ext cx="11360700" cy="491186"/>
          </a:xfrm>
          <a:prstGeom prst="rect">
            <a:avLst/>
          </a:prstGeom>
          <a:noFill/>
          <a:ln>
            <a:noFill/>
          </a:ln>
        </p:spPr>
        <p:txBody>
          <a:bodyPr spcFirstLastPara="1" wrap="square" lIns="121900" tIns="121900" rIns="121900" bIns="121900" anchor="t" anchorCtr="0">
            <a:noAutofit/>
          </a:bodyPr>
          <a:lstStyle/>
          <a:p>
            <a:pPr marL="457200" marR="0" lvl="0" indent="-406400" algn="l" rtl="0">
              <a:lnSpc>
                <a:spcPct val="100000"/>
              </a:lnSpc>
              <a:spcBef>
                <a:spcPts val="0"/>
              </a:spcBef>
              <a:spcAft>
                <a:spcPts val="0"/>
              </a:spcAft>
              <a:buSzPts val="3200"/>
              <a:buNone/>
            </a:pPr>
            <a:r>
              <a:rPr lang="en-US" sz="2800" b="1" i="0" u="sng" strike="noStrike" cap="none">
                <a:solidFill>
                  <a:srgbClr val="006600"/>
                </a:solidFill>
                <a:latin typeface="Calibri"/>
                <a:ea typeface="Calibri"/>
                <a:cs typeface="Calibri"/>
                <a:sym typeface="Calibri"/>
              </a:rPr>
              <a:t>Example-2: Baking a Cake</a:t>
            </a:r>
            <a:br>
              <a:rPr lang="en-US" sz="2800" b="1" i="0" u="none" strike="noStrike" cap="none">
                <a:solidFill>
                  <a:srgbClr val="000000"/>
                </a:solidFill>
                <a:latin typeface="IBM Plex Sans Condensed"/>
                <a:ea typeface="IBM Plex Sans Condensed"/>
                <a:cs typeface="IBM Plex Sans Condensed"/>
                <a:sym typeface="IBM Plex Sans Condensed"/>
              </a:rPr>
            </a:br>
            <a:endParaRPr/>
          </a:p>
        </p:txBody>
      </p:sp>
      <p:sp>
        <p:nvSpPr>
          <p:cNvPr id="522" name="Google Shape;522;p37"/>
          <p:cNvSpPr txBox="1">
            <a:spLocks noGrp="1"/>
          </p:cNvSpPr>
          <p:nvPr>
            <p:ph type="body" idx="1"/>
          </p:nvPr>
        </p:nvSpPr>
        <p:spPr>
          <a:xfrm>
            <a:off x="591400" y="714975"/>
            <a:ext cx="11360700" cy="5361300"/>
          </a:xfrm>
          <a:prstGeom prst="rect">
            <a:avLst/>
          </a:prstGeom>
          <a:noFill/>
          <a:ln>
            <a:noFill/>
          </a:ln>
        </p:spPr>
        <p:txBody>
          <a:bodyPr spcFirstLastPara="1" wrap="square" lIns="121900" tIns="121900" rIns="121900" bIns="121900" anchor="t" anchorCtr="0">
            <a:noAutofit/>
          </a:bodyPr>
          <a:lstStyle/>
          <a:p>
            <a:pPr marL="457200" lvl="0" indent="-374650" algn="l" rtl="0">
              <a:lnSpc>
                <a:spcPct val="100000"/>
              </a:lnSpc>
              <a:spcBef>
                <a:spcPts val="0"/>
              </a:spcBef>
              <a:spcAft>
                <a:spcPts val="0"/>
              </a:spcAft>
              <a:buSzPts val="2300"/>
              <a:buFont typeface="Noto Sans Symbols"/>
              <a:buChar char="⮚"/>
            </a:pPr>
            <a:r>
              <a:rPr lang="en-US" sz="2300">
                <a:latin typeface="Calibri"/>
                <a:ea typeface="Calibri"/>
                <a:cs typeface="Calibri"/>
                <a:sym typeface="Calibri"/>
              </a:rPr>
              <a:t>You want to predict how long a cake should be baked based on its size.</a:t>
            </a:r>
            <a:endParaRPr sz="2300"/>
          </a:p>
          <a:p>
            <a:pPr marL="457200" lvl="0" indent="-406400" algn="l" rtl="0">
              <a:lnSpc>
                <a:spcPct val="100000"/>
              </a:lnSpc>
              <a:spcBef>
                <a:spcPts val="0"/>
              </a:spcBef>
              <a:spcAft>
                <a:spcPts val="0"/>
              </a:spcAft>
              <a:buSzPts val="2800"/>
              <a:buNone/>
            </a:pPr>
            <a:r>
              <a:rPr lang="en-US" sz="2300" b="1" u="sng">
                <a:latin typeface="Calibri"/>
                <a:ea typeface="Calibri"/>
                <a:cs typeface="Calibri"/>
                <a:sym typeface="Calibri"/>
              </a:rPr>
              <a:t>Underfitting (Too simple):</a:t>
            </a:r>
            <a:br>
              <a:rPr lang="en-US" sz="2300" u="sng">
                <a:latin typeface="Calibri"/>
                <a:ea typeface="Calibri"/>
                <a:cs typeface="Calibri"/>
                <a:sym typeface="Calibri"/>
              </a:rPr>
            </a:br>
            <a:r>
              <a:rPr lang="en-US" sz="2300">
                <a:latin typeface="Calibri"/>
                <a:ea typeface="Calibri"/>
                <a:cs typeface="Calibri"/>
                <a:sym typeface="Calibri"/>
              </a:rPr>
              <a:t>You say: </a:t>
            </a:r>
            <a:r>
              <a:rPr lang="en-US" sz="2300" i="1">
                <a:latin typeface="Calibri"/>
                <a:ea typeface="Calibri"/>
                <a:cs typeface="Calibri"/>
                <a:sym typeface="Calibri"/>
              </a:rPr>
              <a:t>"All cakes should bake for 30 minutes, no matter their size."</a:t>
            </a:r>
            <a:endParaRPr sz="2300">
              <a:latin typeface="Calibri"/>
              <a:ea typeface="Calibri"/>
              <a:cs typeface="Calibri"/>
              <a:sym typeface="Calibri"/>
            </a:endParaRPr>
          </a:p>
          <a:p>
            <a:pPr marL="457200" lvl="0" indent="-406400" algn="l" rtl="0">
              <a:lnSpc>
                <a:spcPct val="100000"/>
              </a:lnSpc>
              <a:spcBef>
                <a:spcPts val="0"/>
              </a:spcBef>
              <a:spcAft>
                <a:spcPts val="0"/>
              </a:spcAft>
              <a:buSzPts val="2800"/>
              <a:buNone/>
            </a:pPr>
            <a:r>
              <a:rPr lang="en-US" sz="2300">
                <a:latin typeface="Calibri"/>
                <a:ea typeface="Calibri"/>
                <a:cs typeface="Calibri"/>
                <a:sym typeface="Calibri"/>
              </a:rPr>
              <a:t>Result:</a:t>
            </a:r>
            <a:endParaRPr sz="2300"/>
          </a:p>
          <a:p>
            <a:pPr marL="457200" lvl="0" indent="-374650" algn="l" rtl="0">
              <a:lnSpc>
                <a:spcPct val="100000"/>
              </a:lnSpc>
              <a:spcBef>
                <a:spcPts val="0"/>
              </a:spcBef>
              <a:spcAft>
                <a:spcPts val="0"/>
              </a:spcAft>
              <a:buSzPts val="2300"/>
              <a:buFont typeface="Arial"/>
              <a:buChar char="•"/>
            </a:pPr>
            <a:r>
              <a:rPr lang="en-US" sz="2300">
                <a:latin typeface="Calibri"/>
                <a:ea typeface="Calibri"/>
                <a:cs typeface="Calibri"/>
                <a:sym typeface="Calibri"/>
              </a:rPr>
              <a:t>Small cakes get burned.</a:t>
            </a:r>
            <a:endParaRPr sz="2300"/>
          </a:p>
          <a:p>
            <a:pPr marL="457200" lvl="0" indent="-374650" algn="l" rtl="0">
              <a:lnSpc>
                <a:spcPct val="100000"/>
              </a:lnSpc>
              <a:spcBef>
                <a:spcPts val="0"/>
              </a:spcBef>
              <a:spcAft>
                <a:spcPts val="0"/>
              </a:spcAft>
              <a:buSzPts val="2300"/>
              <a:buFont typeface="Arial"/>
              <a:buChar char="•"/>
            </a:pPr>
            <a:r>
              <a:rPr lang="en-US" sz="2300">
                <a:latin typeface="Calibri"/>
                <a:ea typeface="Calibri"/>
                <a:cs typeface="Calibri"/>
                <a:sym typeface="Calibri"/>
              </a:rPr>
              <a:t>Large cakes are undercooked.</a:t>
            </a:r>
            <a:br>
              <a:rPr lang="en-US" sz="2300">
                <a:latin typeface="Calibri"/>
                <a:ea typeface="Calibri"/>
                <a:cs typeface="Calibri"/>
                <a:sym typeface="Calibri"/>
              </a:rPr>
            </a:br>
            <a:r>
              <a:rPr lang="en-US" sz="2300">
                <a:latin typeface="Calibri"/>
                <a:ea typeface="Calibri"/>
                <a:cs typeface="Calibri"/>
                <a:sym typeface="Calibri"/>
              </a:rPr>
              <a:t>→ The </a:t>
            </a:r>
            <a:r>
              <a:rPr lang="en-US" sz="2300">
                <a:solidFill>
                  <a:srgbClr val="0070C0"/>
                </a:solidFill>
                <a:latin typeface="Calibri"/>
                <a:ea typeface="Calibri"/>
                <a:cs typeface="Calibri"/>
                <a:sym typeface="Calibri"/>
              </a:rPr>
              <a:t>rule is too simple</a:t>
            </a:r>
            <a:r>
              <a:rPr lang="en-US" sz="2300">
                <a:latin typeface="Calibri"/>
                <a:ea typeface="Calibri"/>
                <a:cs typeface="Calibri"/>
                <a:sym typeface="Calibri"/>
              </a:rPr>
              <a:t>. It does not consider important differences.</a:t>
            </a:r>
            <a:endParaRPr sz="2300"/>
          </a:p>
          <a:p>
            <a:pPr marL="457200" lvl="0" indent="-406400" algn="l" rtl="0">
              <a:lnSpc>
                <a:spcPct val="100000"/>
              </a:lnSpc>
              <a:spcBef>
                <a:spcPts val="0"/>
              </a:spcBef>
              <a:spcAft>
                <a:spcPts val="0"/>
              </a:spcAft>
              <a:buSzPts val="2800"/>
              <a:buNone/>
            </a:pPr>
            <a:r>
              <a:rPr lang="en-US" sz="2300" b="1" u="sng">
                <a:latin typeface="Calibri"/>
                <a:ea typeface="Calibri"/>
                <a:cs typeface="Calibri"/>
                <a:sym typeface="Calibri"/>
              </a:rPr>
              <a:t>Overfitting (Too complicated):</a:t>
            </a:r>
            <a:br>
              <a:rPr lang="en-US" sz="2300" u="sng">
                <a:latin typeface="Calibri"/>
                <a:ea typeface="Calibri"/>
                <a:cs typeface="Calibri"/>
                <a:sym typeface="Calibri"/>
              </a:rPr>
            </a:br>
            <a:r>
              <a:rPr lang="en-US" sz="2300">
                <a:latin typeface="Calibri"/>
                <a:ea typeface="Calibri"/>
                <a:cs typeface="Calibri"/>
                <a:sym typeface="Calibri"/>
              </a:rPr>
              <a:t>You say: </a:t>
            </a:r>
            <a:r>
              <a:rPr lang="en-US" sz="2300" i="1">
                <a:latin typeface="Calibri"/>
                <a:ea typeface="Calibri"/>
                <a:cs typeface="Calibri"/>
                <a:sym typeface="Calibri"/>
              </a:rPr>
              <a:t>"If the cake has 3 eggs, was made on a Tuesday, by Grandma, in her old oven, in winter, and the batter was stirred 67 times, then bake for exactly 33 minutes and 15 seconds."</a:t>
            </a:r>
            <a:endParaRPr sz="2300">
              <a:latin typeface="Calibri"/>
              <a:ea typeface="Calibri"/>
              <a:cs typeface="Calibri"/>
              <a:sym typeface="Calibri"/>
            </a:endParaRPr>
          </a:p>
          <a:p>
            <a:pPr marL="457200" lvl="0" indent="-406400" algn="l" rtl="0">
              <a:lnSpc>
                <a:spcPct val="100000"/>
              </a:lnSpc>
              <a:spcBef>
                <a:spcPts val="0"/>
              </a:spcBef>
              <a:spcAft>
                <a:spcPts val="0"/>
              </a:spcAft>
              <a:buSzPts val="2800"/>
              <a:buNone/>
            </a:pPr>
            <a:r>
              <a:rPr lang="en-US" sz="2300">
                <a:latin typeface="Calibri"/>
                <a:ea typeface="Calibri"/>
                <a:cs typeface="Calibri"/>
                <a:sym typeface="Calibri"/>
              </a:rPr>
              <a:t>Result:</a:t>
            </a:r>
            <a:endParaRPr sz="2300"/>
          </a:p>
          <a:p>
            <a:pPr marL="457200" lvl="0" indent="-374650" algn="l" rtl="0">
              <a:lnSpc>
                <a:spcPct val="100000"/>
              </a:lnSpc>
              <a:spcBef>
                <a:spcPts val="0"/>
              </a:spcBef>
              <a:spcAft>
                <a:spcPts val="0"/>
              </a:spcAft>
              <a:buSzPts val="2300"/>
              <a:buFont typeface="Arial"/>
              <a:buChar char="•"/>
            </a:pPr>
            <a:r>
              <a:rPr lang="en-US" sz="2300">
                <a:latin typeface="Calibri"/>
                <a:ea typeface="Calibri"/>
                <a:cs typeface="Calibri"/>
                <a:sym typeface="Calibri"/>
              </a:rPr>
              <a:t>Works perfectly for that one cake.</a:t>
            </a:r>
            <a:endParaRPr sz="2300"/>
          </a:p>
          <a:p>
            <a:pPr marL="457200" lvl="0" indent="-374650" algn="l" rtl="0">
              <a:lnSpc>
                <a:spcPct val="100000"/>
              </a:lnSpc>
              <a:spcBef>
                <a:spcPts val="0"/>
              </a:spcBef>
              <a:spcAft>
                <a:spcPts val="0"/>
              </a:spcAft>
              <a:buSzPts val="2300"/>
              <a:buFont typeface="Arial"/>
              <a:buChar char="•"/>
            </a:pPr>
            <a:r>
              <a:rPr lang="en-US" sz="2300">
                <a:latin typeface="Calibri"/>
                <a:ea typeface="Calibri"/>
                <a:cs typeface="Calibri"/>
                <a:sym typeface="Calibri"/>
              </a:rPr>
              <a:t>Fails completely when you try it on a new cake.</a:t>
            </a:r>
            <a:br>
              <a:rPr lang="en-US" sz="2300">
                <a:latin typeface="Calibri"/>
                <a:ea typeface="Calibri"/>
                <a:cs typeface="Calibri"/>
                <a:sym typeface="Calibri"/>
              </a:rPr>
            </a:br>
            <a:r>
              <a:rPr lang="en-US" sz="2300">
                <a:latin typeface="Calibri"/>
                <a:ea typeface="Calibri"/>
                <a:cs typeface="Calibri"/>
                <a:sym typeface="Calibri"/>
              </a:rPr>
              <a:t>→ The </a:t>
            </a:r>
            <a:r>
              <a:rPr lang="en-US" sz="2300">
                <a:solidFill>
                  <a:srgbClr val="0070C0"/>
                </a:solidFill>
                <a:latin typeface="Calibri"/>
                <a:ea typeface="Calibri"/>
                <a:cs typeface="Calibri"/>
                <a:sym typeface="Calibri"/>
              </a:rPr>
              <a:t>rule is too detailed</a:t>
            </a:r>
            <a:r>
              <a:rPr lang="en-US" sz="2300">
                <a:latin typeface="Calibri"/>
                <a:ea typeface="Calibri"/>
                <a:cs typeface="Calibri"/>
                <a:sym typeface="Calibri"/>
              </a:rPr>
              <a:t> and </a:t>
            </a:r>
            <a:r>
              <a:rPr lang="en-US" sz="2300">
                <a:solidFill>
                  <a:srgbClr val="0070C0"/>
                </a:solidFill>
                <a:latin typeface="Calibri"/>
                <a:ea typeface="Calibri"/>
                <a:cs typeface="Calibri"/>
                <a:sym typeface="Calibri"/>
              </a:rPr>
              <a:t>memorizes one special case</a:t>
            </a:r>
            <a:r>
              <a:rPr lang="en-US" sz="2300">
                <a:latin typeface="Calibri"/>
                <a:ea typeface="Calibri"/>
                <a:cs typeface="Calibri"/>
                <a:sym typeface="Calibri"/>
              </a:rPr>
              <a:t>, </a:t>
            </a:r>
            <a:r>
              <a:rPr lang="en-US" sz="2300">
                <a:solidFill>
                  <a:srgbClr val="0070C0"/>
                </a:solidFill>
                <a:latin typeface="Calibri"/>
                <a:ea typeface="Calibri"/>
                <a:cs typeface="Calibri"/>
                <a:sym typeface="Calibri"/>
              </a:rPr>
              <a:t>not the general pattern</a:t>
            </a:r>
            <a:r>
              <a:rPr lang="en-US" sz="2300">
                <a:latin typeface="Calibri"/>
                <a:ea typeface="Calibri"/>
                <a:cs typeface="Calibri"/>
                <a:sym typeface="Calibri"/>
              </a:rPr>
              <a:t>.</a:t>
            </a:r>
            <a:endParaRPr sz="2300"/>
          </a:p>
          <a:p>
            <a:pPr marL="457200" lvl="0" indent="-228600" algn="l" rtl="0">
              <a:lnSpc>
                <a:spcPct val="100000"/>
              </a:lnSpc>
              <a:spcBef>
                <a:spcPts val="0"/>
              </a:spcBef>
              <a:spcAft>
                <a:spcPts val="0"/>
              </a:spcAft>
              <a:buSzPts val="2800"/>
              <a:buFont typeface="IBM Plex Sans Condensed"/>
              <a:buNone/>
            </a:pPr>
            <a:endParaRPr sz="2300"/>
          </a:p>
        </p:txBody>
      </p:sp>
      <p:sp>
        <p:nvSpPr>
          <p:cNvPr id="523" name="Google Shape;523;p37"/>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FFFFFF"/>
                </a:solidFill>
                <a:latin typeface="Arial"/>
                <a:ea typeface="Arial"/>
                <a:cs typeface="Arial"/>
                <a:sym typeface="Arial"/>
              </a:rPr>
              <a:t>44</a:t>
            </a:fld>
            <a:endParaRPr sz="1200" b="0" i="0" u="none" strike="noStrike" cap="none">
              <a:solidFill>
                <a:srgbClr val="FFFFFF"/>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sp>
        <p:nvSpPr>
          <p:cNvPr id="529" name="Google Shape;529;p38"/>
          <p:cNvSpPr txBox="1">
            <a:spLocks noGrp="1"/>
          </p:cNvSpPr>
          <p:nvPr>
            <p:ph type="title"/>
          </p:nvPr>
        </p:nvSpPr>
        <p:spPr>
          <a:xfrm>
            <a:off x="306743" y="339112"/>
            <a:ext cx="11360700" cy="531745"/>
          </a:xfrm>
          <a:prstGeom prst="rect">
            <a:avLst/>
          </a:prstGeom>
          <a:noFill/>
          <a:ln>
            <a:noFill/>
          </a:ln>
        </p:spPr>
        <p:txBody>
          <a:bodyPr spcFirstLastPara="1" wrap="square" lIns="121900" tIns="121900" rIns="121900" bIns="121900" anchor="t" anchorCtr="0">
            <a:noAutofit/>
          </a:bodyPr>
          <a:lstStyle/>
          <a:p>
            <a:pPr marL="571500" lvl="0" indent="-571500" algn="l" rtl="0">
              <a:lnSpc>
                <a:spcPct val="100000"/>
              </a:lnSpc>
              <a:spcBef>
                <a:spcPts val="0"/>
              </a:spcBef>
              <a:spcAft>
                <a:spcPts val="0"/>
              </a:spcAft>
              <a:buClr>
                <a:srgbClr val="FF3399"/>
              </a:buClr>
              <a:buSzPts val="3200"/>
              <a:buFont typeface="Noto Sans Symbols"/>
              <a:buChar char="❖"/>
            </a:pPr>
            <a:r>
              <a:rPr lang="en-US" sz="3600" b="1" i="0" u="none" strike="noStrike" cap="none">
                <a:solidFill>
                  <a:srgbClr val="6600FF"/>
                </a:solidFill>
                <a:latin typeface="Calibri"/>
                <a:ea typeface="Calibri"/>
                <a:cs typeface="Calibri"/>
                <a:sym typeface="Calibri"/>
              </a:rPr>
              <a:t>Bias-Variance Trade-off</a:t>
            </a:r>
            <a:endParaRPr sz="3600">
              <a:solidFill>
                <a:srgbClr val="6600FF"/>
              </a:solidFill>
              <a:latin typeface="Calibri"/>
              <a:ea typeface="Calibri"/>
              <a:cs typeface="Calibri"/>
              <a:sym typeface="Calibri"/>
            </a:endParaRPr>
          </a:p>
        </p:txBody>
      </p:sp>
      <p:sp>
        <p:nvSpPr>
          <p:cNvPr id="530" name="Google Shape;530;p38"/>
          <p:cNvSpPr txBox="1">
            <a:spLocks noGrp="1"/>
          </p:cNvSpPr>
          <p:nvPr>
            <p:ph type="body" idx="1"/>
          </p:nvPr>
        </p:nvSpPr>
        <p:spPr>
          <a:xfrm>
            <a:off x="415600" y="1256102"/>
            <a:ext cx="11360700" cy="4672200"/>
          </a:xfrm>
          <a:prstGeom prst="rect">
            <a:avLst/>
          </a:prstGeom>
          <a:noFill/>
          <a:ln>
            <a:noFill/>
          </a:ln>
        </p:spPr>
        <p:txBody>
          <a:bodyPr spcFirstLastPara="1" wrap="square" lIns="121900" tIns="121900" rIns="121900" bIns="121900" anchor="t" anchorCtr="0">
            <a:noAutofit/>
          </a:bodyPr>
          <a:lstStyle/>
          <a:p>
            <a:pPr marL="457200" marR="0" lvl="0" indent="-406400" algn="l" rtl="0">
              <a:lnSpc>
                <a:spcPct val="100000"/>
              </a:lnSpc>
              <a:spcBef>
                <a:spcPts val="0"/>
              </a:spcBef>
              <a:spcAft>
                <a:spcPts val="0"/>
              </a:spcAft>
              <a:buSzPts val="2800"/>
              <a:buNone/>
            </a:pPr>
            <a:r>
              <a:rPr lang="en-US" sz="2400" b="1" i="0" u="sng" strike="noStrike">
                <a:solidFill>
                  <a:srgbClr val="000000"/>
                </a:solidFill>
                <a:latin typeface="Calibri"/>
                <a:ea typeface="Calibri"/>
                <a:cs typeface="Calibri"/>
                <a:sym typeface="Calibri"/>
              </a:rPr>
              <a:t>Concept</a:t>
            </a:r>
            <a:r>
              <a:rPr lang="en-US" sz="2400" b="1" i="0" u="none" strike="noStrike">
                <a:solidFill>
                  <a:srgbClr val="000000"/>
                </a:solidFill>
                <a:latin typeface="Calibri"/>
                <a:ea typeface="Calibri"/>
                <a:cs typeface="Calibri"/>
                <a:sym typeface="Calibri"/>
              </a:rPr>
              <a:t>			</a:t>
            </a:r>
            <a:r>
              <a:rPr lang="en-US" sz="2400" b="1" i="0" u="sng" strike="noStrike">
                <a:solidFill>
                  <a:srgbClr val="000000"/>
                </a:solidFill>
                <a:latin typeface="Calibri"/>
                <a:ea typeface="Calibri"/>
                <a:cs typeface="Calibri"/>
                <a:sym typeface="Calibri"/>
              </a:rPr>
              <a:t>Definition</a:t>
            </a:r>
            <a:endParaRPr sz="2400" b="1" i="0" u="sng" strike="noStrike">
              <a:latin typeface="Calibri"/>
              <a:ea typeface="Calibri"/>
              <a:cs typeface="Calibri"/>
              <a:sym typeface="Calibri"/>
            </a:endParaRPr>
          </a:p>
          <a:p>
            <a:pPr marL="457200" marR="0" lvl="0" indent="-406400" algn="l" rtl="0">
              <a:lnSpc>
                <a:spcPct val="100000"/>
              </a:lnSpc>
              <a:spcBef>
                <a:spcPts val="0"/>
              </a:spcBef>
              <a:spcAft>
                <a:spcPts val="0"/>
              </a:spcAft>
              <a:buSzPts val="2800"/>
              <a:buNone/>
            </a:pPr>
            <a:r>
              <a:rPr lang="en-US" sz="2400" b="1" i="0" u="none" strike="noStrike">
                <a:solidFill>
                  <a:srgbClr val="A50021"/>
                </a:solidFill>
                <a:latin typeface="Calibri"/>
                <a:ea typeface="Calibri"/>
                <a:cs typeface="Calibri"/>
                <a:sym typeface="Calibri"/>
              </a:rPr>
              <a:t>Bias</a:t>
            </a:r>
            <a:r>
              <a:rPr lang="en-US" sz="2400" b="1" i="0" u="none" strike="noStrike">
                <a:solidFill>
                  <a:srgbClr val="000000"/>
                </a:solidFill>
                <a:latin typeface="Calibri"/>
                <a:ea typeface="Calibri"/>
                <a:cs typeface="Calibri"/>
                <a:sym typeface="Calibri"/>
              </a:rPr>
              <a:t>			</a:t>
            </a:r>
            <a:r>
              <a:rPr lang="en-US" sz="2400" b="0" i="0" u="none" strike="noStrike">
                <a:solidFill>
                  <a:srgbClr val="000000"/>
                </a:solidFill>
                <a:latin typeface="Calibri"/>
                <a:ea typeface="Calibri"/>
                <a:cs typeface="Calibri"/>
                <a:sym typeface="Calibri"/>
              </a:rPr>
              <a:t>Error due to oversimplifying the model (</a:t>
            </a:r>
            <a:r>
              <a:rPr lang="en-US" sz="2400" b="0" i="0" u="none" strike="noStrike">
                <a:solidFill>
                  <a:srgbClr val="A50021"/>
                </a:solidFill>
                <a:latin typeface="Calibri"/>
                <a:ea typeface="Calibri"/>
                <a:cs typeface="Calibri"/>
                <a:sym typeface="Calibri"/>
              </a:rPr>
              <a:t>underfitting</a:t>
            </a:r>
            <a:r>
              <a:rPr lang="en-US" sz="2400" b="0" i="0" u="none" strike="noStrike">
                <a:solidFill>
                  <a:srgbClr val="000000"/>
                </a:solidFill>
                <a:latin typeface="Calibri"/>
                <a:ea typeface="Calibri"/>
                <a:cs typeface="Calibri"/>
                <a:sym typeface="Calibri"/>
              </a:rPr>
              <a:t>)</a:t>
            </a:r>
            <a:endParaRPr sz="2400" b="0" i="0" u="none" strike="noStrike">
              <a:latin typeface="Calibri"/>
              <a:ea typeface="Calibri"/>
              <a:cs typeface="Calibri"/>
              <a:sym typeface="Calibri"/>
            </a:endParaRPr>
          </a:p>
          <a:p>
            <a:pPr marL="457200" marR="0" lvl="0" indent="-406400" algn="l" rtl="0">
              <a:lnSpc>
                <a:spcPct val="100000"/>
              </a:lnSpc>
              <a:spcBef>
                <a:spcPts val="0"/>
              </a:spcBef>
              <a:spcAft>
                <a:spcPts val="0"/>
              </a:spcAft>
              <a:buSzPts val="2800"/>
              <a:buNone/>
            </a:pPr>
            <a:r>
              <a:rPr lang="en-US" sz="2400" b="1" i="0" u="none" strike="noStrike">
                <a:solidFill>
                  <a:srgbClr val="0066FF"/>
                </a:solidFill>
                <a:latin typeface="Calibri"/>
                <a:ea typeface="Calibri"/>
                <a:cs typeface="Calibri"/>
                <a:sym typeface="Calibri"/>
              </a:rPr>
              <a:t>Variance</a:t>
            </a:r>
            <a:r>
              <a:rPr lang="en-US" sz="2400" b="1" i="0" u="none" strike="noStrike">
                <a:solidFill>
                  <a:srgbClr val="000000"/>
                </a:solidFill>
                <a:latin typeface="Calibri"/>
                <a:ea typeface="Calibri"/>
                <a:cs typeface="Calibri"/>
                <a:sym typeface="Calibri"/>
              </a:rPr>
              <a:t>		</a:t>
            </a:r>
            <a:r>
              <a:rPr lang="en-US" sz="2400" b="0" i="0" u="none" strike="noStrike">
                <a:solidFill>
                  <a:srgbClr val="000000"/>
                </a:solidFill>
                <a:latin typeface="Calibri"/>
                <a:ea typeface="Calibri"/>
                <a:cs typeface="Calibri"/>
                <a:sym typeface="Calibri"/>
              </a:rPr>
              <a:t>Error due to too much complexity (</a:t>
            </a:r>
            <a:r>
              <a:rPr lang="en-US" sz="2400" b="0" i="0" u="none" strike="noStrike">
                <a:solidFill>
                  <a:srgbClr val="0066FF"/>
                </a:solidFill>
                <a:latin typeface="Calibri"/>
                <a:ea typeface="Calibri"/>
                <a:cs typeface="Calibri"/>
                <a:sym typeface="Calibri"/>
              </a:rPr>
              <a:t>overfitting</a:t>
            </a:r>
            <a:r>
              <a:rPr lang="en-US" sz="2400" b="0" i="0" u="none" strike="noStrike">
                <a:solidFill>
                  <a:srgbClr val="000000"/>
                </a:solidFill>
                <a:latin typeface="Calibri"/>
                <a:ea typeface="Calibri"/>
                <a:cs typeface="Calibri"/>
                <a:sym typeface="Calibri"/>
              </a:rPr>
              <a:t>)</a:t>
            </a:r>
            <a:endParaRPr/>
          </a:p>
          <a:p>
            <a:pPr marL="457200" marR="0" lvl="0" indent="-406400" algn="l" rtl="0">
              <a:lnSpc>
                <a:spcPct val="100000"/>
              </a:lnSpc>
              <a:spcBef>
                <a:spcPts val="600"/>
              </a:spcBef>
              <a:spcAft>
                <a:spcPts val="0"/>
              </a:spcAft>
              <a:buSzPts val="2800"/>
              <a:buNone/>
            </a:pPr>
            <a:endParaRPr sz="2400" b="0" i="0" u="none" strike="noStrike">
              <a:solidFill>
                <a:srgbClr val="000000"/>
              </a:solidFill>
              <a:latin typeface="Calibri"/>
              <a:ea typeface="Calibri"/>
              <a:cs typeface="Calibri"/>
              <a:sym typeface="Calibri"/>
            </a:endParaRPr>
          </a:p>
          <a:p>
            <a:pPr marL="342900" marR="0" lvl="0" indent="-342900" algn="l" rtl="0">
              <a:lnSpc>
                <a:spcPct val="100000"/>
              </a:lnSpc>
              <a:spcBef>
                <a:spcPts val="600"/>
              </a:spcBef>
              <a:spcAft>
                <a:spcPts val="0"/>
              </a:spcAft>
              <a:buClr>
                <a:srgbClr val="000000"/>
              </a:buClr>
              <a:buSzPts val="2400"/>
              <a:buFont typeface="Noto Sans Symbols"/>
              <a:buChar char="⮚"/>
            </a:pPr>
            <a:r>
              <a:rPr lang="en-US" sz="2400" b="1" i="0" u="none" strike="noStrike" cap="none">
                <a:solidFill>
                  <a:srgbClr val="000000"/>
                </a:solidFill>
                <a:latin typeface="Calibri"/>
                <a:ea typeface="Calibri"/>
                <a:cs typeface="Calibri"/>
                <a:sym typeface="Calibri"/>
              </a:rPr>
              <a:t>High Bias</a:t>
            </a:r>
            <a:r>
              <a:rPr lang="en-US" sz="2400" b="0" i="0" u="none" strike="noStrike" cap="none">
                <a:solidFill>
                  <a:srgbClr val="000000"/>
                </a:solidFill>
                <a:latin typeface="Calibri"/>
                <a:ea typeface="Calibri"/>
                <a:cs typeface="Calibri"/>
                <a:sym typeface="Calibri"/>
              </a:rPr>
              <a:t>: Model is too simple, poor performance on training and test data.</a:t>
            </a:r>
            <a:endParaRPr/>
          </a:p>
          <a:p>
            <a:pPr marL="342900" marR="0" lvl="0" indent="-342900" algn="l" rtl="0">
              <a:lnSpc>
                <a:spcPct val="100000"/>
              </a:lnSpc>
              <a:spcBef>
                <a:spcPts val="0"/>
              </a:spcBef>
              <a:spcAft>
                <a:spcPts val="0"/>
              </a:spcAft>
              <a:buClr>
                <a:srgbClr val="000000"/>
              </a:buClr>
              <a:buSzPts val="2400"/>
              <a:buFont typeface="Noto Sans Symbols"/>
              <a:buChar char="⮚"/>
            </a:pPr>
            <a:r>
              <a:rPr lang="en-US" sz="2400" b="1" i="0" u="none" strike="noStrike" cap="none">
                <a:solidFill>
                  <a:srgbClr val="000000"/>
                </a:solidFill>
                <a:latin typeface="Calibri"/>
                <a:ea typeface="Calibri"/>
                <a:cs typeface="Calibri"/>
                <a:sym typeface="Calibri"/>
              </a:rPr>
              <a:t>High Variance</a:t>
            </a:r>
            <a:r>
              <a:rPr lang="en-US" sz="2400" b="0" i="0" u="none" strike="noStrike" cap="none">
                <a:solidFill>
                  <a:srgbClr val="000000"/>
                </a:solidFill>
                <a:latin typeface="Calibri"/>
                <a:ea typeface="Calibri"/>
                <a:cs typeface="Calibri"/>
                <a:sym typeface="Calibri"/>
              </a:rPr>
              <a:t>: Model fits training data well but fails on unseen data(testing).</a:t>
            </a:r>
            <a:endParaRPr/>
          </a:p>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2400"/>
              <a:buFont typeface="Noto Sans Symbols"/>
              <a:buChar char="▪"/>
            </a:pPr>
            <a:r>
              <a:rPr lang="en-US" sz="2400" b="1" i="0" u="none" strike="noStrike" cap="none">
                <a:solidFill>
                  <a:srgbClr val="000000"/>
                </a:solidFill>
                <a:latin typeface="Calibri"/>
                <a:ea typeface="Calibri"/>
                <a:cs typeface="Calibri"/>
                <a:sym typeface="Calibri"/>
              </a:rPr>
              <a:t>Goal:</a:t>
            </a:r>
            <a:r>
              <a:rPr lang="en-US" sz="2400" b="0" i="0" u="none" strike="noStrike" cap="none">
                <a:solidFill>
                  <a:srgbClr val="000000"/>
                </a:solidFill>
                <a:latin typeface="Calibri"/>
                <a:ea typeface="Calibri"/>
                <a:cs typeface="Calibri"/>
                <a:sym typeface="Calibri"/>
              </a:rPr>
              <a:t> Find the optimal balance between bias and variance for best generalization.</a:t>
            </a:r>
            <a:endParaRPr/>
          </a:p>
          <a:p>
            <a:pPr marL="342900" marR="0" lvl="0" indent="-342900" algn="l" rtl="0">
              <a:lnSpc>
                <a:spcPct val="100000"/>
              </a:lnSpc>
              <a:spcBef>
                <a:spcPts val="0"/>
              </a:spcBef>
              <a:spcAft>
                <a:spcPts val="0"/>
              </a:spcAft>
              <a:buClr>
                <a:srgbClr val="000000"/>
              </a:buClr>
              <a:buSzPts val="2400"/>
              <a:buFont typeface="Noto Sans Symbols"/>
              <a:buChar char="▪"/>
            </a:pPr>
            <a:r>
              <a:rPr lang="en-US" sz="2400" b="0" i="0" u="none" strike="noStrike" cap="none">
                <a:solidFill>
                  <a:srgbClr val="000000"/>
                </a:solidFill>
                <a:latin typeface="Calibri"/>
                <a:ea typeface="Calibri"/>
                <a:cs typeface="Calibri"/>
                <a:sym typeface="Calibri"/>
              </a:rPr>
              <a:t>Use techniques like cross-validation, regularization, or ensemble methods to manage this trade-off.</a:t>
            </a:r>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342900" marR="0" lvl="0" indent="-190500" algn="l" rtl="0">
              <a:lnSpc>
                <a:spcPct val="100000"/>
              </a:lnSpc>
              <a:spcBef>
                <a:spcPts val="0"/>
              </a:spcBef>
              <a:spcAft>
                <a:spcPts val="0"/>
              </a:spcAft>
              <a:buClr>
                <a:srgbClr val="000000"/>
              </a:buClr>
              <a:buSzPts val="2400"/>
              <a:buFont typeface="Noto Sans Symbols"/>
              <a:buNone/>
            </a:pPr>
            <a:endParaRPr sz="2400" b="0" i="0" u="none" strike="noStrike" cap="none">
              <a:solidFill>
                <a:srgbClr val="000000"/>
              </a:solidFill>
              <a:latin typeface="Calibri"/>
              <a:ea typeface="Calibri"/>
              <a:cs typeface="Calibri"/>
              <a:sym typeface="Calibri"/>
            </a:endParaRPr>
          </a:p>
          <a:p>
            <a:pPr marL="50800" lvl="0" indent="0" algn="l" rtl="0">
              <a:lnSpc>
                <a:spcPct val="100000"/>
              </a:lnSpc>
              <a:spcBef>
                <a:spcPts val="0"/>
              </a:spcBef>
              <a:spcAft>
                <a:spcPts val="0"/>
              </a:spcAft>
              <a:buSzPts val="2800"/>
              <a:buNone/>
            </a:pPr>
            <a:endParaRPr/>
          </a:p>
        </p:txBody>
      </p:sp>
      <p:sp>
        <p:nvSpPr>
          <p:cNvPr id="531" name="Google Shape;531;p38"/>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45</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Shape 535"/>
        <p:cNvGrpSpPr/>
        <p:nvPr/>
      </p:nvGrpSpPr>
      <p:grpSpPr>
        <a:xfrm>
          <a:off x="0" y="0"/>
          <a:ext cx="0" cy="0"/>
          <a:chOff x="0" y="0"/>
          <a:chExt cx="0" cy="0"/>
        </a:xfrm>
      </p:grpSpPr>
      <p:sp>
        <p:nvSpPr>
          <p:cNvPr id="536" name="Google Shape;536;p39"/>
          <p:cNvSpPr txBox="1">
            <a:spLocks noGrp="1"/>
          </p:cNvSpPr>
          <p:nvPr>
            <p:ph type="body" idx="1"/>
          </p:nvPr>
        </p:nvSpPr>
        <p:spPr>
          <a:xfrm>
            <a:off x="591400" y="361149"/>
            <a:ext cx="10977301" cy="5834167"/>
          </a:xfrm>
          <a:prstGeom prst="rect">
            <a:avLst/>
          </a:prstGeom>
          <a:noFill/>
          <a:ln>
            <a:noFill/>
          </a:ln>
        </p:spPr>
        <p:txBody>
          <a:bodyPr spcFirstLastPara="1" wrap="square" lIns="121900" tIns="121900" rIns="121900" bIns="121900" anchor="t" anchorCtr="0">
            <a:noAutofit/>
          </a:bodyPr>
          <a:lstStyle/>
          <a:p>
            <a:pPr marL="457200" marR="0" lvl="0" indent="-228600" algn="just" rtl="0">
              <a:lnSpc>
                <a:spcPct val="100000"/>
              </a:lnSpc>
              <a:spcBef>
                <a:spcPts val="0"/>
              </a:spcBef>
              <a:spcAft>
                <a:spcPts val="0"/>
              </a:spcAft>
              <a:buClr>
                <a:srgbClr val="000000"/>
              </a:buClr>
              <a:buSzPts val="1400"/>
              <a:buFont typeface="Arial"/>
              <a:buNone/>
            </a:pPr>
            <a:r>
              <a:rPr lang="en-US" sz="2400" b="1" i="0" u="none" strike="noStrike" cap="none">
                <a:solidFill>
                  <a:srgbClr val="C00000"/>
                </a:solidFill>
                <a:latin typeface="Calibri"/>
                <a:ea typeface="Calibri"/>
                <a:cs typeface="Calibri"/>
                <a:sym typeface="Calibri"/>
              </a:rPr>
              <a:t>Regularization</a:t>
            </a:r>
            <a:r>
              <a:rPr lang="en-US" sz="2400" b="1" i="0" u="none" strike="noStrike" cap="none">
                <a:solidFill>
                  <a:schemeClr val="dk1"/>
                </a:solidFill>
                <a:latin typeface="Calibri"/>
                <a:ea typeface="Calibri"/>
                <a:cs typeface="Calibri"/>
                <a:sym typeface="Calibri"/>
              </a:rPr>
              <a:t>:</a:t>
            </a:r>
            <a:r>
              <a:rPr lang="en-US" sz="2400" b="0" i="0" u="none" strike="noStrike" cap="none">
                <a:solidFill>
                  <a:schemeClr val="dk1"/>
                </a:solidFill>
                <a:latin typeface="Calibri"/>
                <a:ea typeface="Calibri"/>
                <a:cs typeface="Calibri"/>
                <a:sym typeface="Calibri"/>
              </a:rPr>
              <a:t> A set of techniques used in ML to </a:t>
            </a:r>
            <a:r>
              <a:rPr lang="en-US" sz="2400" b="1" i="0" u="none" strike="noStrike" cap="none">
                <a:solidFill>
                  <a:srgbClr val="0070C0"/>
                </a:solidFill>
                <a:latin typeface="Calibri"/>
                <a:ea typeface="Calibri"/>
                <a:cs typeface="Calibri"/>
                <a:sym typeface="Calibri"/>
              </a:rPr>
              <a:t>prevent overfitting </a:t>
            </a:r>
            <a:r>
              <a:rPr lang="en-US" sz="2400" b="0" i="0" u="none" strike="noStrike" cap="none">
                <a:solidFill>
                  <a:schemeClr val="dk1"/>
                </a:solidFill>
                <a:latin typeface="Calibri"/>
                <a:ea typeface="Calibri"/>
                <a:cs typeface="Calibri"/>
                <a:sym typeface="Calibri"/>
              </a:rPr>
              <a:t>and improve a model's ability to generalize to new, unseen data. It essentially adds a penalty to the model's loss function, discouraging it from learning overly complex patterns that might not be representative of the underlying data.  </a:t>
            </a:r>
            <a:r>
              <a:rPr lang="en-US" sz="2400">
                <a:solidFill>
                  <a:schemeClr val="dk1"/>
                </a:solidFill>
                <a:latin typeface="Calibri"/>
                <a:ea typeface="Calibri"/>
                <a:cs typeface="Calibri"/>
                <a:sym typeface="Calibri"/>
              </a:rPr>
              <a:t>I</a:t>
            </a:r>
            <a:r>
              <a:rPr lang="en-US" sz="2400" b="0" i="0" u="none" strike="noStrike" cap="none">
                <a:solidFill>
                  <a:schemeClr val="dk1"/>
                </a:solidFill>
                <a:latin typeface="Calibri"/>
                <a:ea typeface="Calibri"/>
                <a:cs typeface="Calibri"/>
                <a:sym typeface="Calibri"/>
              </a:rPr>
              <a:t>n machine learning, it is a set of techniques used to prevent overfitting and improve a model's ability to generalize to new, unseen data. It essentially adds a penalty to the model's loss function, </a:t>
            </a:r>
            <a:r>
              <a:rPr lang="en-US" sz="2400" b="1" i="0" u="none" strike="noStrike" cap="none">
                <a:solidFill>
                  <a:srgbClr val="006600"/>
                </a:solidFill>
                <a:latin typeface="Calibri"/>
                <a:ea typeface="Calibri"/>
                <a:cs typeface="Calibri"/>
                <a:sym typeface="Calibri"/>
              </a:rPr>
              <a:t>discouraging it from learning overly complex patterns </a:t>
            </a:r>
            <a:r>
              <a:rPr lang="en-US" sz="2400" b="0" i="0" u="none" strike="noStrike" cap="none">
                <a:solidFill>
                  <a:srgbClr val="FF6600"/>
                </a:solidFill>
                <a:latin typeface="Calibri"/>
                <a:ea typeface="Calibri"/>
                <a:cs typeface="Calibri"/>
                <a:sym typeface="Calibri"/>
              </a:rPr>
              <a:t>that might not be representative of the underlying data</a:t>
            </a:r>
            <a:r>
              <a:rPr lang="en-US" sz="2400" b="0" i="0" u="none" strike="noStrike" cap="none">
                <a:solidFill>
                  <a:schemeClr val="dk1"/>
                </a:solidFill>
                <a:latin typeface="Calibri"/>
                <a:ea typeface="Calibri"/>
                <a:cs typeface="Calibri"/>
                <a:sym typeface="Calibri"/>
              </a:rPr>
              <a:t>. </a:t>
            </a:r>
            <a:endParaRPr/>
          </a:p>
          <a:p>
            <a:pPr marL="457200" marR="0" lvl="0" indent="-228600" algn="just" rtl="0">
              <a:lnSpc>
                <a:spcPct val="100000"/>
              </a:lnSpc>
              <a:spcBef>
                <a:spcPts val="0"/>
              </a:spcBef>
              <a:spcAft>
                <a:spcPts val="0"/>
              </a:spcAft>
              <a:buClr>
                <a:srgbClr val="000000"/>
              </a:buClr>
              <a:buSzPts val="1400"/>
              <a:buFont typeface="Arial"/>
              <a:buNone/>
            </a:pPr>
            <a:endParaRPr sz="2400" b="1" i="0" u="none" strike="noStrike" cap="none">
              <a:solidFill>
                <a:schemeClr val="dk1"/>
              </a:solidFill>
              <a:latin typeface="Calibri"/>
              <a:ea typeface="Calibri"/>
              <a:cs typeface="Calibri"/>
              <a:sym typeface="Calibri"/>
            </a:endParaRPr>
          </a:p>
          <a:p>
            <a:pPr marL="457200" marR="0" lvl="0" indent="-228600" algn="just" rtl="0">
              <a:lnSpc>
                <a:spcPct val="100000"/>
              </a:lnSpc>
              <a:spcBef>
                <a:spcPts val="0"/>
              </a:spcBef>
              <a:spcAft>
                <a:spcPts val="0"/>
              </a:spcAft>
              <a:buClr>
                <a:srgbClr val="000000"/>
              </a:buClr>
              <a:buSzPts val="1400"/>
              <a:buFont typeface="Arial"/>
              <a:buNone/>
            </a:pPr>
            <a:r>
              <a:rPr lang="en-US" sz="2400" b="1" i="0" u="none" strike="noStrike" cap="none">
                <a:solidFill>
                  <a:srgbClr val="C00000"/>
                </a:solidFill>
                <a:latin typeface="Calibri"/>
                <a:ea typeface="Calibri"/>
                <a:cs typeface="Calibri"/>
                <a:sym typeface="Calibri"/>
              </a:rPr>
              <a:t>Cross-validation:</a:t>
            </a:r>
            <a:r>
              <a:rPr lang="en-US" sz="2400" b="0" i="0" u="none" strike="noStrike" cap="none">
                <a:solidFill>
                  <a:srgbClr val="C00000"/>
                </a:solidFill>
                <a:latin typeface="Calibri"/>
                <a:ea typeface="Calibri"/>
                <a:cs typeface="Calibri"/>
                <a:sym typeface="Calibri"/>
              </a:rPr>
              <a:t> </a:t>
            </a:r>
            <a:r>
              <a:rPr lang="en-US" sz="2400" b="0" i="0" u="none" strike="noStrike" cap="none">
                <a:solidFill>
                  <a:schemeClr val="dk1"/>
                </a:solidFill>
                <a:latin typeface="Calibri"/>
                <a:ea typeface="Calibri"/>
                <a:cs typeface="Calibri"/>
                <a:sym typeface="Calibri"/>
              </a:rPr>
              <a:t>A technique used in machine learning to evaluate how well a model generalizes to new, unseen data. It involves </a:t>
            </a:r>
            <a:r>
              <a:rPr lang="en-US" sz="2400" b="1" i="0" u="none" strike="noStrike" cap="none">
                <a:solidFill>
                  <a:srgbClr val="7030A0"/>
                </a:solidFill>
                <a:latin typeface="Calibri"/>
                <a:ea typeface="Calibri"/>
                <a:cs typeface="Calibri"/>
                <a:sym typeface="Calibri"/>
              </a:rPr>
              <a:t>splitting the dataset into multiple subsets (folds)</a:t>
            </a:r>
            <a:r>
              <a:rPr lang="en-US" sz="2400" b="0" i="0" u="none" strike="noStrike" cap="none">
                <a:solidFill>
                  <a:srgbClr val="7030A0"/>
                </a:solidFill>
                <a:latin typeface="Calibri"/>
                <a:ea typeface="Calibri"/>
                <a:cs typeface="Calibri"/>
                <a:sym typeface="Calibri"/>
              </a:rPr>
              <a:t>, </a:t>
            </a:r>
            <a:r>
              <a:rPr lang="en-US" sz="2400" b="1" i="0" u="none" strike="noStrike" cap="none">
                <a:solidFill>
                  <a:srgbClr val="7030A0"/>
                </a:solidFill>
                <a:latin typeface="Calibri"/>
                <a:ea typeface="Calibri"/>
                <a:cs typeface="Calibri"/>
                <a:sym typeface="Calibri"/>
              </a:rPr>
              <a:t>training the model on some folds, and testing it on the remaining fold(s</a:t>
            </a:r>
            <a:r>
              <a:rPr lang="en-US" sz="2400" b="0" i="0" u="none" strike="noStrike" cap="none">
                <a:solidFill>
                  <a:srgbClr val="7030A0"/>
                </a:solidFill>
                <a:latin typeface="Calibri"/>
                <a:ea typeface="Calibri"/>
                <a:cs typeface="Calibri"/>
                <a:sym typeface="Calibri"/>
              </a:rPr>
              <a:t>)</a:t>
            </a:r>
            <a:r>
              <a:rPr lang="en-US" sz="2400" b="0" i="0" u="none" strike="noStrike" cap="none">
                <a:solidFill>
                  <a:schemeClr val="dk1"/>
                </a:solidFill>
                <a:latin typeface="Calibri"/>
                <a:ea typeface="Calibri"/>
                <a:cs typeface="Calibri"/>
                <a:sym typeface="Calibri"/>
              </a:rPr>
              <a:t>. By </a:t>
            </a:r>
            <a:r>
              <a:rPr lang="en-US" sz="2400" b="1" i="0" u="none" strike="noStrike" cap="none">
                <a:solidFill>
                  <a:srgbClr val="7030A0"/>
                </a:solidFill>
                <a:latin typeface="Calibri"/>
                <a:ea typeface="Calibri"/>
                <a:cs typeface="Calibri"/>
                <a:sym typeface="Calibri"/>
              </a:rPr>
              <a:t>repeating</a:t>
            </a:r>
            <a:r>
              <a:rPr lang="en-US" sz="2400" b="0" i="0" u="none" strike="noStrike" cap="none">
                <a:solidFill>
                  <a:schemeClr val="dk1"/>
                </a:solidFill>
                <a:latin typeface="Calibri"/>
                <a:ea typeface="Calibri"/>
                <a:cs typeface="Calibri"/>
                <a:sym typeface="Calibri"/>
              </a:rPr>
              <a:t> this process with </a:t>
            </a:r>
            <a:r>
              <a:rPr lang="en-US" sz="2400" b="1" i="0" u="none" strike="noStrike" cap="none">
                <a:solidFill>
                  <a:srgbClr val="7030A0"/>
                </a:solidFill>
                <a:latin typeface="Calibri"/>
                <a:ea typeface="Calibri"/>
                <a:cs typeface="Calibri"/>
                <a:sym typeface="Calibri"/>
              </a:rPr>
              <a:t>different fold combinations</a:t>
            </a:r>
            <a:r>
              <a:rPr lang="en-US" sz="2400" b="1" i="0" u="none" strike="noStrike" cap="none">
                <a:solidFill>
                  <a:schemeClr val="dk1"/>
                </a:solidFill>
                <a:latin typeface="Calibri"/>
                <a:ea typeface="Calibri"/>
                <a:cs typeface="Calibri"/>
                <a:sym typeface="Calibri"/>
              </a:rPr>
              <a:t>,</a:t>
            </a:r>
            <a:r>
              <a:rPr lang="en-US" sz="2400" b="0" i="0" u="none" strike="noStrike" cap="none">
                <a:solidFill>
                  <a:schemeClr val="dk1"/>
                </a:solidFill>
                <a:latin typeface="Calibri"/>
                <a:ea typeface="Calibri"/>
                <a:cs typeface="Calibri"/>
                <a:sym typeface="Calibri"/>
              </a:rPr>
              <a:t> cross-validation provides a more robust estimate of the model's performance than a single train-test split. </a:t>
            </a:r>
            <a:endParaRPr sz="2400" b="0" i="0" u="none" strike="noStrike" cap="none">
              <a:solidFill>
                <a:schemeClr val="dk1"/>
              </a:solidFill>
              <a:latin typeface="Calibri"/>
              <a:ea typeface="Calibri"/>
              <a:cs typeface="Calibri"/>
              <a:sym typeface="Calibri"/>
            </a:endParaRPr>
          </a:p>
          <a:p>
            <a:pPr marL="457200" lvl="0" indent="-228600" algn="l" rtl="0">
              <a:lnSpc>
                <a:spcPct val="100000"/>
              </a:lnSpc>
              <a:spcBef>
                <a:spcPts val="0"/>
              </a:spcBef>
              <a:spcAft>
                <a:spcPts val="0"/>
              </a:spcAft>
              <a:buSzPts val="2800"/>
              <a:buFont typeface="IBM Plex Sans Condensed"/>
              <a:buNone/>
            </a:pPr>
            <a:endParaRPr/>
          </a:p>
        </p:txBody>
      </p:sp>
      <p:sp>
        <p:nvSpPr>
          <p:cNvPr id="537" name="Google Shape;537;p39"/>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46</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542" name="Google Shape;542;p40"/>
          <p:cNvSpPr txBox="1">
            <a:spLocks noGrp="1"/>
          </p:cNvSpPr>
          <p:nvPr>
            <p:ph type="title"/>
          </p:nvPr>
        </p:nvSpPr>
        <p:spPr>
          <a:xfrm>
            <a:off x="415600" y="491767"/>
            <a:ext cx="11360700" cy="763500"/>
          </a:xfrm>
          <a:prstGeom prst="rect">
            <a:avLst/>
          </a:prstGeom>
          <a:noFill/>
          <a:ln>
            <a:noFill/>
          </a:ln>
        </p:spPr>
        <p:txBody>
          <a:bodyPr spcFirstLastPara="1" wrap="square" lIns="121900" tIns="121900" rIns="121900" bIns="121900" anchor="t" anchorCtr="0">
            <a:noAutofit/>
          </a:bodyPr>
          <a:lstStyle/>
          <a:p>
            <a:pPr marL="342900" marR="0" lvl="0" indent="-342900" algn="l" rtl="0">
              <a:lnSpc>
                <a:spcPct val="100000"/>
              </a:lnSpc>
              <a:spcBef>
                <a:spcPts val="0"/>
              </a:spcBef>
              <a:spcAft>
                <a:spcPts val="0"/>
              </a:spcAft>
              <a:buClr>
                <a:srgbClr val="CC3399"/>
              </a:buClr>
              <a:buSzPts val="3200"/>
              <a:buFont typeface="Noto Sans Symbols"/>
              <a:buChar char="❑"/>
            </a:pPr>
            <a:r>
              <a:rPr lang="en-US" b="1" i="0" u="none" strike="noStrike" cap="none">
                <a:solidFill>
                  <a:srgbClr val="0000FF"/>
                </a:solidFill>
                <a:latin typeface="Calibri"/>
                <a:ea typeface="Calibri"/>
                <a:cs typeface="Calibri"/>
                <a:sym typeface="Calibri"/>
              </a:rPr>
              <a:t>Overfitting</a:t>
            </a:r>
            <a:br>
              <a:rPr lang="en-US" sz="2400" b="1" i="0" u="none" strike="noStrike" cap="none">
                <a:solidFill>
                  <a:srgbClr val="000000"/>
                </a:solidFill>
                <a:latin typeface="Arial"/>
                <a:ea typeface="Arial"/>
                <a:cs typeface="Arial"/>
                <a:sym typeface="Arial"/>
              </a:rPr>
            </a:br>
            <a:endParaRPr/>
          </a:p>
        </p:txBody>
      </p:sp>
      <p:sp>
        <p:nvSpPr>
          <p:cNvPr id="543" name="Google Shape;543;p40"/>
          <p:cNvSpPr txBox="1">
            <a:spLocks noGrp="1"/>
          </p:cNvSpPr>
          <p:nvPr>
            <p:ph type="body" idx="1"/>
          </p:nvPr>
        </p:nvSpPr>
        <p:spPr>
          <a:xfrm>
            <a:off x="415600" y="1255267"/>
            <a:ext cx="11360700" cy="4672200"/>
          </a:xfrm>
          <a:prstGeom prst="rect">
            <a:avLst/>
          </a:prstGeom>
          <a:noFill/>
          <a:ln>
            <a:noFill/>
          </a:ln>
        </p:spPr>
        <p:txBody>
          <a:bodyPr spcFirstLastPara="1" wrap="square" lIns="121900" tIns="121900" rIns="121900" bIns="121900" anchor="t" anchorCtr="0">
            <a:noAutofit/>
          </a:bodyPr>
          <a:lstStyle/>
          <a:p>
            <a:pPr marL="342900" marR="0" lvl="0" indent="-342900" algn="l" rtl="0">
              <a:lnSpc>
                <a:spcPct val="100000"/>
              </a:lnSpc>
              <a:spcBef>
                <a:spcPts val="0"/>
              </a:spcBef>
              <a:spcAft>
                <a:spcPts val="0"/>
              </a:spcAft>
              <a:buClr>
                <a:srgbClr val="000000"/>
              </a:buClr>
              <a:buSzPts val="2600"/>
              <a:buFont typeface="Noto Sans Symbols"/>
              <a:buChar char="▪"/>
            </a:pPr>
            <a:r>
              <a:rPr lang="en-US" sz="2600" b="0" i="0" u="none" strike="noStrike" cap="none">
                <a:solidFill>
                  <a:srgbClr val="000000"/>
                </a:solidFill>
                <a:latin typeface="Calibri"/>
                <a:ea typeface="Calibri"/>
                <a:cs typeface="Calibri"/>
                <a:sym typeface="Calibri"/>
              </a:rPr>
              <a:t>The model learns </a:t>
            </a:r>
            <a:r>
              <a:rPr lang="en-US" sz="2600" b="1" i="0" u="none" strike="noStrike" cap="none">
                <a:solidFill>
                  <a:srgbClr val="000000"/>
                </a:solidFill>
                <a:latin typeface="Calibri"/>
                <a:ea typeface="Calibri"/>
                <a:cs typeface="Calibri"/>
                <a:sym typeface="Calibri"/>
              </a:rPr>
              <a:t>noise and random fluctuations</a:t>
            </a:r>
            <a:r>
              <a:rPr lang="en-US" sz="2600" b="0" i="0" u="none" strike="noStrike" cap="none">
                <a:solidFill>
                  <a:srgbClr val="000000"/>
                </a:solidFill>
                <a:latin typeface="Calibri"/>
                <a:ea typeface="Calibri"/>
                <a:cs typeface="Calibri"/>
                <a:sym typeface="Calibri"/>
              </a:rPr>
              <a:t> in the training data.</a:t>
            </a:r>
            <a:endParaRPr/>
          </a:p>
          <a:p>
            <a:pPr marL="342900" marR="0" lvl="0" indent="-342900" algn="l" rtl="0">
              <a:lnSpc>
                <a:spcPct val="100000"/>
              </a:lnSpc>
              <a:spcBef>
                <a:spcPts val="0"/>
              </a:spcBef>
              <a:spcAft>
                <a:spcPts val="0"/>
              </a:spcAft>
              <a:buClr>
                <a:srgbClr val="000000"/>
              </a:buClr>
              <a:buSzPts val="2600"/>
              <a:buFont typeface="Noto Sans Symbols"/>
              <a:buChar char="▪"/>
            </a:pPr>
            <a:r>
              <a:rPr lang="en-US" sz="2600" b="1" i="0" u="none" strike="noStrike" cap="none">
                <a:solidFill>
                  <a:srgbClr val="000000"/>
                </a:solidFill>
                <a:latin typeface="Calibri"/>
                <a:ea typeface="Calibri"/>
                <a:cs typeface="Calibri"/>
                <a:sym typeface="Calibri"/>
              </a:rPr>
              <a:t>Too complex</a:t>
            </a:r>
            <a:r>
              <a:rPr lang="en-US" sz="2600" b="0" i="0" u="none" strike="noStrike" cap="none">
                <a:solidFill>
                  <a:srgbClr val="000000"/>
                </a:solidFill>
                <a:latin typeface="Calibri"/>
                <a:ea typeface="Calibri"/>
                <a:cs typeface="Calibri"/>
                <a:sym typeface="Calibri"/>
              </a:rPr>
              <a:t>, performs well on training data but poorly on test data.</a:t>
            </a:r>
            <a:endParaRPr/>
          </a:p>
          <a:p>
            <a:pPr marL="0" marR="0" lvl="0" indent="0" algn="l" rtl="0">
              <a:lnSpc>
                <a:spcPct val="100000"/>
              </a:lnSpc>
              <a:spcBef>
                <a:spcPts val="0"/>
              </a:spcBef>
              <a:spcAft>
                <a:spcPts val="0"/>
              </a:spcAft>
              <a:buClr>
                <a:srgbClr val="000000"/>
              </a:buClr>
              <a:buSzPts val="2600"/>
              <a:buNone/>
            </a:pPr>
            <a:endParaRPr sz="26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600"/>
              <a:buNone/>
            </a:pPr>
            <a:r>
              <a:rPr lang="en-US" sz="2600" b="1" i="0" u="none" strike="noStrike" cap="none">
                <a:solidFill>
                  <a:srgbClr val="000000"/>
                </a:solidFill>
                <a:latin typeface="Calibri"/>
                <a:ea typeface="Calibri"/>
                <a:cs typeface="Calibri"/>
                <a:sym typeface="Calibri"/>
              </a:rPr>
              <a:t>Symptoms:</a:t>
            </a:r>
            <a:r>
              <a:rPr lang="en-US" sz="2600" b="0" i="0" u="none" strike="noStrike" cap="none">
                <a:solidFill>
                  <a:srgbClr val="000000"/>
                </a:solidFill>
                <a:latin typeface="Calibri"/>
                <a:ea typeface="Calibri"/>
                <a:cs typeface="Calibri"/>
                <a:sym typeface="Calibri"/>
              </a:rPr>
              <a:t> High training accuracy, low test accuracy.</a:t>
            </a:r>
            <a:endParaRPr/>
          </a:p>
          <a:p>
            <a:pPr marL="0" marR="0" lvl="0" indent="0" algn="l" rtl="0">
              <a:lnSpc>
                <a:spcPct val="100000"/>
              </a:lnSpc>
              <a:spcBef>
                <a:spcPts val="0"/>
              </a:spcBef>
              <a:spcAft>
                <a:spcPts val="0"/>
              </a:spcAft>
              <a:buClr>
                <a:srgbClr val="000000"/>
              </a:buClr>
              <a:buSzPts val="2600"/>
              <a:buNone/>
            </a:pPr>
            <a:endParaRPr sz="2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600"/>
              <a:buFont typeface="Arial"/>
              <a:buNone/>
            </a:pPr>
            <a:r>
              <a:rPr lang="en-US" sz="2600" b="1" i="0" u="none" strike="noStrike" cap="none">
                <a:solidFill>
                  <a:srgbClr val="000000"/>
                </a:solidFill>
                <a:latin typeface="Calibri"/>
                <a:ea typeface="Calibri"/>
                <a:cs typeface="Calibri"/>
                <a:sym typeface="Calibri"/>
              </a:rPr>
              <a:t>Solutions:</a:t>
            </a:r>
            <a:endParaRPr sz="2600" b="0" i="0" u="none" strike="noStrike" cap="none">
              <a:solidFill>
                <a:srgbClr val="000000"/>
              </a:solidFill>
              <a:latin typeface="Calibri"/>
              <a:ea typeface="Calibri"/>
              <a:cs typeface="Calibri"/>
              <a:sym typeface="Calibri"/>
            </a:endParaRPr>
          </a:p>
          <a:p>
            <a:pPr marL="800100" lvl="1" indent="-342900" algn="l" rtl="0">
              <a:lnSpc>
                <a:spcPct val="100000"/>
              </a:lnSpc>
              <a:spcBef>
                <a:spcPts val="0"/>
              </a:spcBef>
              <a:spcAft>
                <a:spcPts val="0"/>
              </a:spcAft>
              <a:buSzPts val="2600"/>
              <a:buFont typeface="Noto Sans Symbols"/>
              <a:buChar char="✔"/>
            </a:pPr>
            <a:r>
              <a:rPr lang="en-US" b="0" i="0" u="none" strike="noStrike" cap="none">
                <a:solidFill>
                  <a:srgbClr val="000000"/>
                </a:solidFill>
                <a:latin typeface="Calibri"/>
                <a:ea typeface="Calibri"/>
                <a:cs typeface="Calibri"/>
                <a:sym typeface="Calibri"/>
              </a:rPr>
              <a:t>Use simpler models</a:t>
            </a:r>
            <a:endParaRPr/>
          </a:p>
          <a:p>
            <a:pPr marL="800100" lvl="1" indent="-342900" algn="l" rtl="0">
              <a:lnSpc>
                <a:spcPct val="100000"/>
              </a:lnSpc>
              <a:spcBef>
                <a:spcPts val="0"/>
              </a:spcBef>
              <a:spcAft>
                <a:spcPts val="0"/>
              </a:spcAft>
              <a:buSzPts val="2600"/>
              <a:buFont typeface="Noto Sans Symbols"/>
              <a:buChar char="✔"/>
            </a:pPr>
            <a:r>
              <a:rPr lang="en-US" b="0" i="0" u="none" strike="noStrike" cap="none">
                <a:solidFill>
                  <a:srgbClr val="000000"/>
                </a:solidFill>
                <a:latin typeface="Calibri"/>
                <a:ea typeface="Calibri"/>
                <a:cs typeface="Calibri"/>
                <a:sym typeface="Calibri"/>
              </a:rPr>
              <a:t>Regularization (L1, L2)</a:t>
            </a:r>
            <a:endParaRPr/>
          </a:p>
          <a:p>
            <a:pPr marL="800100" lvl="1" indent="-342900" algn="l" rtl="0">
              <a:lnSpc>
                <a:spcPct val="100000"/>
              </a:lnSpc>
              <a:spcBef>
                <a:spcPts val="0"/>
              </a:spcBef>
              <a:spcAft>
                <a:spcPts val="0"/>
              </a:spcAft>
              <a:buSzPts val="2600"/>
              <a:buFont typeface="Noto Sans Symbols"/>
              <a:buChar char="✔"/>
            </a:pPr>
            <a:r>
              <a:rPr lang="en-US" b="0" i="0" u="none" strike="noStrike" cap="none">
                <a:solidFill>
                  <a:srgbClr val="000000"/>
                </a:solidFill>
                <a:latin typeface="Calibri"/>
                <a:ea typeface="Calibri"/>
                <a:cs typeface="Calibri"/>
                <a:sym typeface="Calibri"/>
              </a:rPr>
              <a:t>Prune decision trees</a:t>
            </a:r>
            <a:endParaRPr/>
          </a:p>
          <a:p>
            <a:pPr marL="800100" lvl="1" indent="-342900" algn="l" rtl="0">
              <a:lnSpc>
                <a:spcPct val="100000"/>
              </a:lnSpc>
              <a:spcBef>
                <a:spcPts val="0"/>
              </a:spcBef>
              <a:spcAft>
                <a:spcPts val="0"/>
              </a:spcAft>
              <a:buSzPts val="2600"/>
              <a:buFont typeface="Noto Sans Symbols"/>
              <a:buChar char="✔"/>
            </a:pPr>
            <a:r>
              <a:rPr lang="en-US" b="0" i="0" u="none" strike="noStrike" cap="none">
                <a:solidFill>
                  <a:srgbClr val="000000"/>
                </a:solidFill>
                <a:latin typeface="Calibri"/>
                <a:ea typeface="Calibri"/>
                <a:cs typeface="Calibri"/>
                <a:sym typeface="Calibri"/>
              </a:rPr>
              <a:t>Use more data</a:t>
            </a:r>
            <a:endParaRPr/>
          </a:p>
          <a:p>
            <a:pPr marL="800100" lvl="1" indent="-342900" algn="l" rtl="0">
              <a:lnSpc>
                <a:spcPct val="100000"/>
              </a:lnSpc>
              <a:spcBef>
                <a:spcPts val="0"/>
              </a:spcBef>
              <a:spcAft>
                <a:spcPts val="0"/>
              </a:spcAft>
              <a:buSzPts val="2600"/>
              <a:buFont typeface="Noto Sans Symbols"/>
              <a:buChar char="✔"/>
            </a:pPr>
            <a:r>
              <a:rPr lang="en-US" b="0" i="0" u="none" strike="noStrike" cap="none">
                <a:solidFill>
                  <a:srgbClr val="000000"/>
                </a:solidFill>
                <a:latin typeface="Calibri"/>
                <a:ea typeface="Calibri"/>
                <a:cs typeface="Calibri"/>
                <a:sym typeface="Calibri"/>
              </a:rPr>
              <a:t>Cross-validation</a:t>
            </a:r>
            <a:endParaRPr>
              <a:latin typeface="Calibri"/>
              <a:ea typeface="Calibri"/>
              <a:cs typeface="Calibri"/>
              <a:sym typeface="Calibri"/>
            </a:endParaRPr>
          </a:p>
        </p:txBody>
      </p:sp>
      <p:sp>
        <p:nvSpPr>
          <p:cNvPr id="544" name="Google Shape;544;p40"/>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47</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p41"/>
          <p:cNvSpPr txBox="1">
            <a:spLocks noGrp="1"/>
          </p:cNvSpPr>
          <p:nvPr>
            <p:ph type="title"/>
          </p:nvPr>
        </p:nvSpPr>
        <p:spPr>
          <a:xfrm>
            <a:off x="415600" y="491767"/>
            <a:ext cx="11360700" cy="763500"/>
          </a:xfrm>
          <a:prstGeom prst="rect">
            <a:avLst/>
          </a:prstGeom>
          <a:noFill/>
          <a:ln>
            <a:noFill/>
          </a:ln>
        </p:spPr>
        <p:txBody>
          <a:bodyPr spcFirstLastPara="1" wrap="square" lIns="121900" tIns="121900" rIns="121900" bIns="121900" anchor="t" anchorCtr="0">
            <a:noAutofit/>
          </a:bodyPr>
          <a:lstStyle/>
          <a:p>
            <a:pPr marL="342900" marR="0" lvl="0" indent="-342900" algn="l" rtl="0">
              <a:lnSpc>
                <a:spcPct val="100000"/>
              </a:lnSpc>
              <a:spcBef>
                <a:spcPts val="0"/>
              </a:spcBef>
              <a:spcAft>
                <a:spcPts val="0"/>
              </a:spcAft>
              <a:buClr>
                <a:srgbClr val="FF0000"/>
              </a:buClr>
              <a:buSzPts val="3200"/>
              <a:buFont typeface="Noto Sans Symbols"/>
              <a:buChar char="❑"/>
            </a:pPr>
            <a:r>
              <a:rPr lang="en-US">
                <a:solidFill>
                  <a:srgbClr val="006600"/>
                </a:solidFill>
                <a:latin typeface="Calibri"/>
                <a:ea typeface="Calibri"/>
                <a:cs typeface="Calibri"/>
                <a:sym typeface="Calibri"/>
              </a:rPr>
              <a:t>Underfitting</a:t>
            </a:r>
            <a:br>
              <a:rPr lang="en-US">
                <a:solidFill>
                  <a:srgbClr val="006600"/>
                </a:solidFill>
                <a:latin typeface="Calibri"/>
                <a:ea typeface="Calibri"/>
                <a:cs typeface="Calibri"/>
                <a:sym typeface="Calibri"/>
              </a:rPr>
            </a:br>
            <a:endParaRPr>
              <a:solidFill>
                <a:srgbClr val="006600"/>
              </a:solidFill>
              <a:latin typeface="Calibri"/>
              <a:ea typeface="Calibri"/>
              <a:cs typeface="Calibri"/>
              <a:sym typeface="Calibri"/>
            </a:endParaRPr>
          </a:p>
        </p:txBody>
      </p:sp>
      <p:sp>
        <p:nvSpPr>
          <p:cNvPr id="550" name="Google Shape;550;p41"/>
          <p:cNvSpPr txBox="1">
            <a:spLocks noGrp="1"/>
          </p:cNvSpPr>
          <p:nvPr>
            <p:ph type="body" idx="1"/>
          </p:nvPr>
        </p:nvSpPr>
        <p:spPr>
          <a:xfrm>
            <a:off x="415600" y="1255267"/>
            <a:ext cx="11360700" cy="4672200"/>
          </a:xfrm>
          <a:prstGeom prst="rect">
            <a:avLst/>
          </a:prstGeom>
          <a:noFill/>
          <a:ln>
            <a:noFill/>
          </a:ln>
        </p:spPr>
        <p:txBody>
          <a:bodyPr spcFirstLastPara="1" wrap="square" lIns="121900" tIns="121900" rIns="121900" bIns="121900" anchor="t" anchorCtr="0">
            <a:noAutofit/>
          </a:bodyPr>
          <a:lstStyle/>
          <a:p>
            <a:pPr marL="342900" marR="0" lvl="0" indent="-342900" algn="l" rtl="0">
              <a:lnSpc>
                <a:spcPct val="100000"/>
              </a:lnSpc>
              <a:spcBef>
                <a:spcPts val="0"/>
              </a:spcBef>
              <a:spcAft>
                <a:spcPts val="0"/>
              </a:spcAft>
              <a:buClr>
                <a:srgbClr val="000000"/>
              </a:buClr>
              <a:buSzPts val="2600"/>
              <a:buFont typeface="Noto Sans Symbols"/>
              <a:buChar char="▪"/>
            </a:pPr>
            <a:r>
              <a:rPr lang="en-US" sz="2600" b="0" i="0" u="none" strike="noStrike" cap="none">
                <a:solidFill>
                  <a:srgbClr val="000000"/>
                </a:solidFill>
                <a:latin typeface="Calibri"/>
                <a:ea typeface="Calibri"/>
                <a:cs typeface="Calibri"/>
                <a:sym typeface="Calibri"/>
              </a:rPr>
              <a:t>The model is </a:t>
            </a:r>
            <a:r>
              <a:rPr lang="en-US" sz="2600" b="1" i="0" u="none" strike="noStrike" cap="none">
                <a:solidFill>
                  <a:srgbClr val="000000"/>
                </a:solidFill>
                <a:latin typeface="Calibri"/>
                <a:ea typeface="Calibri"/>
                <a:cs typeface="Calibri"/>
                <a:sym typeface="Calibri"/>
              </a:rPr>
              <a:t>too simple</a:t>
            </a:r>
            <a:r>
              <a:rPr lang="en-US" sz="2600" b="0" i="0" u="none" strike="noStrike" cap="none">
                <a:solidFill>
                  <a:srgbClr val="000000"/>
                </a:solidFill>
                <a:latin typeface="Calibri"/>
                <a:ea typeface="Calibri"/>
                <a:cs typeface="Calibri"/>
                <a:sym typeface="Calibri"/>
              </a:rPr>
              <a:t> to capture patterns in the data.</a:t>
            </a:r>
            <a:endParaRPr/>
          </a:p>
          <a:p>
            <a:pPr marL="342900" marR="0" lvl="0" indent="-342900" algn="l" rtl="0">
              <a:lnSpc>
                <a:spcPct val="100000"/>
              </a:lnSpc>
              <a:spcBef>
                <a:spcPts val="0"/>
              </a:spcBef>
              <a:spcAft>
                <a:spcPts val="0"/>
              </a:spcAft>
              <a:buClr>
                <a:srgbClr val="000000"/>
              </a:buClr>
              <a:buSzPts val="2600"/>
              <a:buFont typeface="Noto Sans Symbols"/>
              <a:buChar char="▪"/>
            </a:pPr>
            <a:r>
              <a:rPr lang="en-US" sz="2600" b="0" i="0" u="none" strike="noStrike" cap="none">
                <a:solidFill>
                  <a:srgbClr val="000000"/>
                </a:solidFill>
                <a:latin typeface="Calibri"/>
                <a:ea typeface="Calibri"/>
                <a:cs typeface="Calibri"/>
                <a:sym typeface="Calibri"/>
              </a:rPr>
              <a:t>Performs poorly on both training and test sets.</a:t>
            </a:r>
            <a:endParaRPr/>
          </a:p>
          <a:p>
            <a:pPr marL="342900" marR="0" lvl="0" indent="-177800" algn="l" rtl="0">
              <a:lnSpc>
                <a:spcPct val="100000"/>
              </a:lnSpc>
              <a:spcBef>
                <a:spcPts val="0"/>
              </a:spcBef>
              <a:spcAft>
                <a:spcPts val="0"/>
              </a:spcAft>
              <a:buClr>
                <a:srgbClr val="000000"/>
              </a:buClr>
              <a:buSzPts val="2600"/>
              <a:buFont typeface="Noto Sans Symbols"/>
              <a:buNone/>
            </a:pPr>
            <a:endParaRPr sz="2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600"/>
              <a:buNone/>
            </a:pPr>
            <a:r>
              <a:rPr lang="en-US" sz="2600" b="1" i="0" u="none" strike="noStrike" cap="none">
                <a:solidFill>
                  <a:srgbClr val="000000"/>
                </a:solidFill>
                <a:latin typeface="Calibri"/>
                <a:ea typeface="Calibri"/>
                <a:cs typeface="Calibri"/>
                <a:sym typeface="Calibri"/>
              </a:rPr>
              <a:t>Symptoms:</a:t>
            </a:r>
            <a:r>
              <a:rPr lang="en-US" sz="2600" b="0" i="0" u="none" strike="noStrike" cap="none">
                <a:solidFill>
                  <a:srgbClr val="000000"/>
                </a:solidFill>
                <a:latin typeface="Calibri"/>
                <a:ea typeface="Calibri"/>
                <a:cs typeface="Calibri"/>
                <a:sym typeface="Calibri"/>
              </a:rPr>
              <a:t> Low accuracy on both training and test data.</a:t>
            </a:r>
            <a:endParaRPr/>
          </a:p>
          <a:p>
            <a:pPr marL="0" marR="0" lvl="0" indent="0" algn="l" rtl="0">
              <a:lnSpc>
                <a:spcPct val="100000"/>
              </a:lnSpc>
              <a:spcBef>
                <a:spcPts val="0"/>
              </a:spcBef>
              <a:spcAft>
                <a:spcPts val="0"/>
              </a:spcAft>
              <a:buClr>
                <a:srgbClr val="000000"/>
              </a:buClr>
              <a:buSzPts val="2600"/>
              <a:buNone/>
            </a:pPr>
            <a:endParaRPr sz="2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600"/>
              <a:buFont typeface="Arial"/>
              <a:buNone/>
            </a:pPr>
            <a:r>
              <a:rPr lang="en-US" sz="2600" b="1" i="0" u="none" strike="noStrike" cap="none">
                <a:solidFill>
                  <a:srgbClr val="000000"/>
                </a:solidFill>
                <a:latin typeface="Calibri"/>
                <a:ea typeface="Calibri"/>
                <a:cs typeface="Calibri"/>
                <a:sym typeface="Calibri"/>
              </a:rPr>
              <a:t>Solutions:</a:t>
            </a:r>
            <a:endParaRPr sz="2600" b="0" i="0" u="none" strike="noStrike" cap="none">
              <a:solidFill>
                <a:srgbClr val="000000"/>
              </a:solidFill>
              <a:latin typeface="Calibri"/>
              <a:ea typeface="Calibri"/>
              <a:cs typeface="Calibri"/>
              <a:sym typeface="Calibri"/>
            </a:endParaRPr>
          </a:p>
          <a:p>
            <a:pPr marL="800100" lvl="1" indent="-342900" algn="l" rtl="0">
              <a:lnSpc>
                <a:spcPct val="100000"/>
              </a:lnSpc>
              <a:spcBef>
                <a:spcPts val="0"/>
              </a:spcBef>
              <a:spcAft>
                <a:spcPts val="0"/>
              </a:spcAft>
              <a:buSzPts val="2600"/>
              <a:buFont typeface="Noto Sans Symbols"/>
              <a:buChar char="✔"/>
            </a:pPr>
            <a:r>
              <a:rPr lang="en-US" b="0" i="0" u="none" strike="noStrike" cap="none">
                <a:solidFill>
                  <a:srgbClr val="000000"/>
                </a:solidFill>
                <a:latin typeface="Calibri"/>
                <a:ea typeface="Calibri"/>
                <a:cs typeface="Calibri"/>
                <a:sym typeface="Calibri"/>
              </a:rPr>
              <a:t>Use more complex models</a:t>
            </a:r>
            <a:endParaRPr/>
          </a:p>
          <a:p>
            <a:pPr marL="800100" lvl="1" indent="-342900" algn="l" rtl="0">
              <a:lnSpc>
                <a:spcPct val="100000"/>
              </a:lnSpc>
              <a:spcBef>
                <a:spcPts val="0"/>
              </a:spcBef>
              <a:spcAft>
                <a:spcPts val="0"/>
              </a:spcAft>
              <a:buSzPts val="2600"/>
              <a:buFont typeface="Noto Sans Symbols"/>
              <a:buChar char="✔"/>
            </a:pPr>
            <a:r>
              <a:rPr lang="en-US" b="0" i="0" u="none" strike="noStrike" cap="none">
                <a:solidFill>
                  <a:srgbClr val="000000"/>
                </a:solidFill>
                <a:latin typeface="Calibri"/>
                <a:ea typeface="Calibri"/>
                <a:cs typeface="Calibri"/>
                <a:sym typeface="Calibri"/>
              </a:rPr>
              <a:t>Add more features</a:t>
            </a:r>
            <a:endParaRPr/>
          </a:p>
          <a:p>
            <a:pPr marL="800100" lvl="1" indent="-342900" algn="l" rtl="0">
              <a:lnSpc>
                <a:spcPct val="100000"/>
              </a:lnSpc>
              <a:spcBef>
                <a:spcPts val="0"/>
              </a:spcBef>
              <a:spcAft>
                <a:spcPts val="0"/>
              </a:spcAft>
              <a:buSzPts val="2600"/>
              <a:buFont typeface="Noto Sans Symbols"/>
              <a:buChar char="✔"/>
            </a:pPr>
            <a:r>
              <a:rPr lang="en-US" b="0" i="0" u="none" strike="noStrike" cap="none">
                <a:solidFill>
                  <a:srgbClr val="000000"/>
                </a:solidFill>
                <a:latin typeface="Calibri"/>
                <a:ea typeface="Calibri"/>
                <a:cs typeface="Calibri"/>
                <a:sym typeface="Calibri"/>
              </a:rPr>
              <a:t>Reduce regularization</a:t>
            </a:r>
            <a:endParaRPr>
              <a:latin typeface="Calibri"/>
              <a:ea typeface="Calibri"/>
              <a:cs typeface="Calibri"/>
              <a:sym typeface="Calibri"/>
            </a:endParaRPr>
          </a:p>
        </p:txBody>
      </p:sp>
      <p:sp>
        <p:nvSpPr>
          <p:cNvPr id="551" name="Google Shape;551;p41"/>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48</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42"/>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49</a:t>
            </a:fld>
            <a:endParaRPr/>
          </a:p>
        </p:txBody>
      </p:sp>
      <p:graphicFrame>
        <p:nvGraphicFramePr>
          <p:cNvPr id="557" name="Google Shape;557;p42"/>
          <p:cNvGraphicFramePr/>
          <p:nvPr/>
        </p:nvGraphicFramePr>
        <p:xfrm>
          <a:off x="673554" y="1175657"/>
          <a:ext cx="3000000" cy="3000000"/>
        </p:xfrm>
        <a:graphic>
          <a:graphicData uri="http://schemas.openxmlformats.org/drawingml/2006/table">
            <a:tbl>
              <a:tblPr>
                <a:noFill/>
                <a:tableStyleId>{A765884C-48F7-426B-96F7-66D65CDCD0BC}</a:tableStyleId>
              </a:tblPr>
              <a:tblGrid>
                <a:gridCol w="3625400">
                  <a:extLst>
                    <a:ext uri="{9D8B030D-6E8A-4147-A177-3AD203B41FA5}">
                      <a16:colId xmlns:a16="http://schemas.microsoft.com/office/drawing/2014/main" val="20000"/>
                    </a:ext>
                  </a:extLst>
                </a:gridCol>
                <a:gridCol w="3625400">
                  <a:extLst>
                    <a:ext uri="{9D8B030D-6E8A-4147-A177-3AD203B41FA5}">
                      <a16:colId xmlns:a16="http://schemas.microsoft.com/office/drawing/2014/main" val="20001"/>
                    </a:ext>
                  </a:extLst>
                </a:gridCol>
                <a:gridCol w="3625400">
                  <a:extLst>
                    <a:ext uri="{9D8B030D-6E8A-4147-A177-3AD203B41FA5}">
                      <a16:colId xmlns:a16="http://schemas.microsoft.com/office/drawing/2014/main" val="20002"/>
                    </a:ext>
                  </a:extLst>
                </a:gridCol>
              </a:tblGrid>
              <a:tr h="664100">
                <a:tc>
                  <a:txBody>
                    <a:bodyPr/>
                    <a:lstStyle/>
                    <a:p>
                      <a:pPr marL="0" marR="0" lvl="0" indent="0" algn="l" rtl="0">
                        <a:lnSpc>
                          <a:spcPct val="100000"/>
                        </a:lnSpc>
                        <a:spcBef>
                          <a:spcPts val="0"/>
                        </a:spcBef>
                        <a:spcAft>
                          <a:spcPts val="0"/>
                        </a:spcAft>
                        <a:buClr>
                          <a:srgbClr val="000000"/>
                        </a:buClr>
                        <a:buSzPts val="2800"/>
                        <a:buFont typeface="Arial"/>
                        <a:buNone/>
                      </a:pPr>
                      <a:r>
                        <a:rPr lang="en-US" sz="2800" b="1" u="none" strike="noStrike" cap="none">
                          <a:latin typeface="Calibri"/>
                          <a:ea typeface="Calibri"/>
                          <a:cs typeface="Calibri"/>
                          <a:sym typeface="Calibri"/>
                        </a:rPr>
                        <a:t>Problem</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DD8"/>
                    </a:solidFill>
                  </a:tcPr>
                </a:tc>
                <a:tc>
                  <a:txBody>
                    <a:bodyPr/>
                    <a:lstStyle/>
                    <a:p>
                      <a:pPr marL="0" marR="0" lvl="0" indent="0" algn="l" rtl="0">
                        <a:lnSpc>
                          <a:spcPct val="100000"/>
                        </a:lnSpc>
                        <a:spcBef>
                          <a:spcPts val="0"/>
                        </a:spcBef>
                        <a:spcAft>
                          <a:spcPts val="0"/>
                        </a:spcAft>
                        <a:buClr>
                          <a:srgbClr val="000000"/>
                        </a:buClr>
                        <a:buSzPts val="2800"/>
                        <a:buFont typeface="Arial"/>
                        <a:buNone/>
                      </a:pPr>
                      <a:r>
                        <a:rPr lang="en-US" sz="2800" b="1" u="none" strike="noStrike" cap="none">
                          <a:latin typeface="Calibri"/>
                          <a:ea typeface="Calibri"/>
                          <a:cs typeface="Calibri"/>
                          <a:sym typeface="Calibri"/>
                        </a:rPr>
                        <a:t>       Cause</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DD8"/>
                    </a:solidFill>
                  </a:tcPr>
                </a:tc>
                <a:tc>
                  <a:txBody>
                    <a:bodyPr/>
                    <a:lstStyle/>
                    <a:p>
                      <a:pPr marL="0" marR="0" lvl="0" indent="0" algn="l" rtl="0">
                        <a:lnSpc>
                          <a:spcPct val="100000"/>
                        </a:lnSpc>
                        <a:spcBef>
                          <a:spcPts val="0"/>
                        </a:spcBef>
                        <a:spcAft>
                          <a:spcPts val="0"/>
                        </a:spcAft>
                        <a:buClr>
                          <a:srgbClr val="000000"/>
                        </a:buClr>
                        <a:buSzPts val="2800"/>
                        <a:buFont typeface="Arial"/>
                        <a:buNone/>
                      </a:pPr>
                      <a:r>
                        <a:rPr lang="en-US" sz="2800" b="1" u="none" strike="noStrike" cap="none">
                          <a:latin typeface="Calibri"/>
                          <a:ea typeface="Calibri"/>
                          <a:cs typeface="Calibri"/>
                          <a:sym typeface="Calibri"/>
                        </a:rPr>
                        <a:t>     Solution</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DD8"/>
                    </a:solidFill>
                  </a:tcPr>
                </a:tc>
                <a:extLst>
                  <a:ext uri="{0D108BD9-81ED-4DB2-BD59-A6C34878D82A}">
                    <a16:rowId xmlns:a16="http://schemas.microsoft.com/office/drawing/2014/main" val="10000"/>
                  </a:ext>
                </a:extLst>
              </a:tr>
              <a:tr h="753550">
                <a:tc>
                  <a:txBody>
                    <a:bodyPr/>
                    <a:lstStyle/>
                    <a:p>
                      <a:pPr marL="0" marR="0" lvl="0" indent="0" algn="l" rtl="0">
                        <a:lnSpc>
                          <a:spcPct val="100000"/>
                        </a:lnSpc>
                        <a:spcBef>
                          <a:spcPts val="0"/>
                        </a:spcBef>
                        <a:spcAft>
                          <a:spcPts val="0"/>
                        </a:spcAft>
                        <a:buClr>
                          <a:srgbClr val="000000"/>
                        </a:buClr>
                        <a:buSzPts val="2800"/>
                        <a:buFont typeface="Arial"/>
                        <a:buNone/>
                      </a:pPr>
                      <a:r>
                        <a:rPr lang="en-US" sz="2800" u="none" strike="noStrike" cap="none">
                          <a:latin typeface="Calibri"/>
                          <a:ea typeface="Calibri"/>
                          <a:cs typeface="Calibri"/>
                          <a:sym typeface="Calibri"/>
                        </a:rPr>
                        <a:t>Underfitting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DD8"/>
                    </a:solidFill>
                  </a:tcPr>
                </a:tc>
                <a:tc>
                  <a:txBody>
                    <a:bodyPr/>
                    <a:lstStyle/>
                    <a:p>
                      <a:pPr marL="0" marR="0" lvl="0" indent="0" algn="l" rtl="0">
                        <a:lnSpc>
                          <a:spcPct val="100000"/>
                        </a:lnSpc>
                        <a:spcBef>
                          <a:spcPts val="0"/>
                        </a:spcBef>
                        <a:spcAft>
                          <a:spcPts val="0"/>
                        </a:spcAft>
                        <a:buClr>
                          <a:srgbClr val="000000"/>
                        </a:buClr>
                        <a:buSzPts val="2800"/>
                        <a:buFont typeface="Arial"/>
                        <a:buNone/>
                      </a:pPr>
                      <a:r>
                        <a:rPr lang="en-US" sz="2800" u="none" strike="noStrike" cap="none">
                          <a:latin typeface="Calibri"/>
                          <a:ea typeface="Calibri"/>
                          <a:cs typeface="Calibri"/>
                          <a:sym typeface="Calibri"/>
                        </a:rPr>
                        <a:t>High bias, simple model</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DD8"/>
                    </a:solidFill>
                  </a:tcPr>
                </a:tc>
                <a:tc>
                  <a:txBody>
                    <a:bodyPr/>
                    <a:lstStyle/>
                    <a:p>
                      <a:pPr marL="0" marR="0" lvl="0" indent="0" algn="l" rtl="0">
                        <a:lnSpc>
                          <a:spcPct val="100000"/>
                        </a:lnSpc>
                        <a:spcBef>
                          <a:spcPts val="0"/>
                        </a:spcBef>
                        <a:spcAft>
                          <a:spcPts val="0"/>
                        </a:spcAft>
                        <a:buClr>
                          <a:srgbClr val="000000"/>
                        </a:buClr>
                        <a:buSzPts val="2800"/>
                        <a:buFont typeface="Arial"/>
                        <a:buNone/>
                      </a:pPr>
                      <a:r>
                        <a:rPr lang="en-US" sz="2800" u="none" strike="noStrike" cap="none">
                          <a:latin typeface="Calibri"/>
                          <a:ea typeface="Calibri"/>
                          <a:cs typeface="Calibri"/>
                          <a:sym typeface="Calibri"/>
                        </a:rPr>
                        <a:t>Increase complexity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DD8"/>
                    </a:solidFill>
                  </a:tcPr>
                </a:tc>
                <a:extLst>
                  <a:ext uri="{0D108BD9-81ED-4DB2-BD59-A6C34878D82A}">
                    <a16:rowId xmlns:a16="http://schemas.microsoft.com/office/drawing/2014/main" val="10001"/>
                  </a:ext>
                </a:extLst>
              </a:tr>
              <a:tr h="753550">
                <a:tc>
                  <a:txBody>
                    <a:bodyPr/>
                    <a:lstStyle/>
                    <a:p>
                      <a:pPr marL="0" marR="0" lvl="0" indent="0" algn="l" rtl="0">
                        <a:lnSpc>
                          <a:spcPct val="100000"/>
                        </a:lnSpc>
                        <a:spcBef>
                          <a:spcPts val="0"/>
                        </a:spcBef>
                        <a:spcAft>
                          <a:spcPts val="0"/>
                        </a:spcAft>
                        <a:buClr>
                          <a:srgbClr val="000000"/>
                        </a:buClr>
                        <a:buSzPts val="2800"/>
                        <a:buFont typeface="Arial"/>
                        <a:buNone/>
                      </a:pPr>
                      <a:r>
                        <a:rPr lang="en-US" sz="2800" u="none" strike="noStrike" cap="none">
                          <a:latin typeface="Calibri"/>
                          <a:ea typeface="Calibri"/>
                          <a:cs typeface="Calibri"/>
                          <a:sym typeface="Calibri"/>
                        </a:rPr>
                        <a:t>Overfitting</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DD8"/>
                    </a:solidFill>
                  </a:tcPr>
                </a:tc>
                <a:tc>
                  <a:txBody>
                    <a:bodyPr/>
                    <a:lstStyle/>
                    <a:p>
                      <a:pPr marL="0" marR="0" lvl="0" indent="0" algn="l" rtl="0">
                        <a:lnSpc>
                          <a:spcPct val="100000"/>
                        </a:lnSpc>
                        <a:spcBef>
                          <a:spcPts val="0"/>
                        </a:spcBef>
                        <a:spcAft>
                          <a:spcPts val="0"/>
                        </a:spcAft>
                        <a:buClr>
                          <a:srgbClr val="000000"/>
                        </a:buClr>
                        <a:buSzPts val="2800"/>
                        <a:buFont typeface="Arial"/>
                        <a:buNone/>
                      </a:pPr>
                      <a:r>
                        <a:rPr lang="en-US" sz="2800" u="none" strike="noStrike" cap="none">
                          <a:latin typeface="Calibri"/>
                          <a:ea typeface="Calibri"/>
                          <a:cs typeface="Calibri"/>
                          <a:sym typeface="Calibri"/>
                        </a:rPr>
                        <a:t>High variance, complex model</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DD8"/>
                    </a:solidFill>
                  </a:tcPr>
                </a:tc>
                <a:tc>
                  <a:txBody>
                    <a:bodyPr/>
                    <a:lstStyle/>
                    <a:p>
                      <a:pPr marL="0" marR="0" lvl="0" indent="0" algn="l" rtl="0">
                        <a:lnSpc>
                          <a:spcPct val="100000"/>
                        </a:lnSpc>
                        <a:spcBef>
                          <a:spcPts val="0"/>
                        </a:spcBef>
                        <a:spcAft>
                          <a:spcPts val="0"/>
                        </a:spcAft>
                        <a:buClr>
                          <a:srgbClr val="000000"/>
                        </a:buClr>
                        <a:buSzPts val="2800"/>
                        <a:buFont typeface="Arial"/>
                        <a:buNone/>
                      </a:pPr>
                      <a:r>
                        <a:rPr lang="en-US" sz="2800" u="none" strike="noStrike" cap="none">
                          <a:latin typeface="Calibri"/>
                          <a:ea typeface="Calibri"/>
                          <a:cs typeface="Calibri"/>
                          <a:sym typeface="Calibri"/>
                        </a:rPr>
                        <a:t>Simplify model, regularize, add data</a:t>
                      </a:r>
                      <a:endParaRPr sz="1400" u="none" strike="noStrike" cap="none"/>
                    </a:p>
                    <a:p>
                      <a:pPr marL="0" marR="0" lvl="0" indent="0" algn="l" rtl="0">
                        <a:lnSpc>
                          <a:spcPct val="100000"/>
                        </a:lnSpc>
                        <a:spcBef>
                          <a:spcPts val="0"/>
                        </a:spcBef>
                        <a:spcAft>
                          <a:spcPts val="0"/>
                        </a:spcAft>
                        <a:buClr>
                          <a:srgbClr val="000000"/>
                        </a:buClr>
                        <a:buSzPts val="2800"/>
                        <a:buFont typeface="Arial"/>
                        <a:buNone/>
                      </a:pPr>
                      <a:endParaRPr sz="2800" u="none" strike="noStrike" cap="none">
                        <a:latin typeface="Calibri"/>
                        <a:ea typeface="Calibri"/>
                        <a:cs typeface="Calibri"/>
                        <a:sym typeface="Calibri"/>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DD8"/>
                    </a:solidFill>
                  </a:tcPr>
                </a:tc>
                <a:extLst>
                  <a:ext uri="{0D108BD9-81ED-4DB2-BD59-A6C34878D82A}">
                    <a16:rowId xmlns:a16="http://schemas.microsoft.com/office/drawing/2014/main" val="10002"/>
                  </a:ext>
                </a:extLst>
              </a:tr>
              <a:tr h="974750">
                <a:tc>
                  <a:txBody>
                    <a:bodyPr/>
                    <a:lstStyle/>
                    <a:p>
                      <a:pPr marL="0" marR="0" lvl="0" indent="0" algn="l" rtl="0">
                        <a:lnSpc>
                          <a:spcPct val="100000"/>
                        </a:lnSpc>
                        <a:spcBef>
                          <a:spcPts val="0"/>
                        </a:spcBef>
                        <a:spcAft>
                          <a:spcPts val="0"/>
                        </a:spcAft>
                        <a:buClr>
                          <a:srgbClr val="000000"/>
                        </a:buClr>
                        <a:buSzPts val="2800"/>
                        <a:buFont typeface="Arial"/>
                        <a:buNone/>
                      </a:pPr>
                      <a:r>
                        <a:rPr lang="en-US" sz="2800" u="none" strike="noStrike" cap="none">
                          <a:latin typeface="Calibri"/>
                          <a:ea typeface="Calibri"/>
                          <a:cs typeface="Calibri"/>
                          <a:sym typeface="Calibri"/>
                        </a:rPr>
                        <a:t>Bias-Variance Trade-off</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DD8"/>
                    </a:solidFill>
                  </a:tcPr>
                </a:tc>
                <a:tc>
                  <a:txBody>
                    <a:bodyPr/>
                    <a:lstStyle/>
                    <a:p>
                      <a:pPr marL="0" marR="0" lvl="0" indent="0" algn="l" rtl="0">
                        <a:lnSpc>
                          <a:spcPct val="100000"/>
                        </a:lnSpc>
                        <a:spcBef>
                          <a:spcPts val="0"/>
                        </a:spcBef>
                        <a:spcAft>
                          <a:spcPts val="0"/>
                        </a:spcAft>
                        <a:buClr>
                          <a:srgbClr val="000000"/>
                        </a:buClr>
                        <a:buSzPts val="2800"/>
                        <a:buFont typeface="Arial"/>
                        <a:buNone/>
                      </a:pPr>
                      <a:r>
                        <a:rPr lang="en-US" sz="2800" u="none" strike="noStrike" cap="none">
                          <a:latin typeface="Calibri"/>
                          <a:ea typeface="Calibri"/>
                          <a:cs typeface="Calibri"/>
                          <a:sym typeface="Calibri"/>
                        </a:rPr>
                        <a:t>Balancing simplicity and flexibility</a:t>
                      </a:r>
                      <a:endParaRPr sz="14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EEDD8"/>
                    </a:solidFill>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50" marR="91450" marT="45725" marB="45725">
                    <a:lnL w="9525" cap="flat" cmpd="sng">
                      <a:solidFill>
                        <a:srgbClr val="000000">
                          <a:alpha val="0"/>
                        </a:srgbClr>
                      </a:solidFill>
                      <a:prstDash val="solid"/>
                      <a:round/>
                      <a:headEnd type="none" w="sm" len="sm"/>
                      <a:tailEnd type="none" w="sm" len="sm"/>
                    </a:lnL>
                    <a:lnT w="9525" cap="flat" cmpd="sng">
                      <a:solidFill>
                        <a:srgbClr val="000000">
                          <a:alpha val="0"/>
                        </a:srgbClr>
                      </a:solidFill>
                      <a:prstDash val="solid"/>
                      <a:round/>
                      <a:headEnd type="none" w="sm" len="sm"/>
                      <a:tailEnd type="none" w="sm" len="sm"/>
                    </a:lnT>
                    <a:solidFill>
                      <a:srgbClr val="FEEDD8"/>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p43"/>
          <p:cNvSpPr txBox="1">
            <a:spLocks noGrp="1"/>
          </p:cNvSpPr>
          <p:nvPr>
            <p:ph type="title"/>
          </p:nvPr>
        </p:nvSpPr>
        <p:spPr>
          <a:xfrm>
            <a:off x="415600" y="491767"/>
            <a:ext cx="11360700" cy="763500"/>
          </a:xfrm>
          <a:prstGeom prst="rect">
            <a:avLst/>
          </a:prstGeom>
          <a:noFill/>
          <a:ln>
            <a:noFill/>
          </a:ln>
        </p:spPr>
        <p:txBody>
          <a:bodyPr spcFirstLastPara="1" wrap="square" lIns="121900" tIns="121900" rIns="121900" bIns="121900" anchor="t" anchorCtr="0">
            <a:noAutofit/>
          </a:bodyPr>
          <a:lstStyle/>
          <a:p>
            <a:pPr marL="481013" marR="0" lvl="0" indent="-457200" algn="l" rtl="0">
              <a:lnSpc>
                <a:spcPct val="100000"/>
              </a:lnSpc>
              <a:spcBef>
                <a:spcPts val="75"/>
              </a:spcBef>
              <a:spcAft>
                <a:spcPts val="0"/>
              </a:spcAft>
              <a:buClr>
                <a:srgbClr val="006600"/>
              </a:buClr>
              <a:buSzPts val="3200"/>
              <a:buFont typeface="Noto Sans Symbols"/>
              <a:buChar char="❑"/>
            </a:pPr>
            <a:r>
              <a:rPr lang="en-US" b="1" i="0" u="none" strike="noStrike" cap="none">
                <a:solidFill>
                  <a:srgbClr val="9F5900"/>
                </a:solidFill>
                <a:latin typeface="Calibri"/>
                <a:ea typeface="Calibri"/>
                <a:cs typeface="Calibri"/>
                <a:sym typeface="Calibri"/>
              </a:rPr>
              <a:t>Bull’s Eye for Bias and  Variance </a:t>
            </a:r>
            <a:r>
              <a:rPr lang="en-US">
                <a:solidFill>
                  <a:srgbClr val="9F5900"/>
                </a:solidFill>
                <a:latin typeface="Calibri"/>
                <a:ea typeface="Calibri"/>
                <a:cs typeface="Calibri"/>
                <a:sym typeface="Calibri"/>
              </a:rPr>
              <a:t>Trade-off</a:t>
            </a:r>
            <a:br>
              <a:rPr lang="en-US" b="0" i="0" u="none" strike="noStrike" cap="none">
                <a:solidFill>
                  <a:srgbClr val="CC3399"/>
                </a:solidFill>
                <a:latin typeface="Calibri"/>
                <a:ea typeface="Calibri"/>
                <a:cs typeface="Calibri"/>
                <a:sym typeface="Calibri"/>
              </a:rPr>
            </a:br>
            <a:endParaRPr>
              <a:solidFill>
                <a:srgbClr val="CC3399"/>
              </a:solidFill>
              <a:latin typeface="Calibri"/>
              <a:ea typeface="Calibri"/>
              <a:cs typeface="Calibri"/>
              <a:sym typeface="Calibri"/>
            </a:endParaRPr>
          </a:p>
        </p:txBody>
      </p:sp>
      <p:sp>
        <p:nvSpPr>
          <p:cNvPr id="563" name="Google Shape;563;p43"/>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50</a:t>
            </a:fld>
            <a:endParaRPr/>
          </a:p>
        </p:txBody>
      </p:sp>
      <p:sp>
        <p:nvSpPr>
          <p:cNvPr id="564" name="Google Shape;564;p43"/>
          <p:cNvSpPr txBox="1"/>
          <p:nvPr/>
        </p:nvSpPr>
        <p:spPr>
          <a:xfrm>
            <a:off x="1235826" y="1334332"/>
            <a:ext cx="4774406" cy="3168175"/>
          </a:xfrm>
          <a:prstGeom prst="rect">
            <a:avLst/>
          </a:prstGeom>
          <a:noFill/>
          <a:ln>
            <a:noFill/>
          </a:ln>
        </p:spPr>
        <p:txBody>
          <a:bodyPr spcFirstLastPara="1" wrap="square" lIns="0" tIns="9525" rIns="0" bIns="0" anchor="t" anchorCtr="0">
            <a:spAutoFit/>
          </a:bodyPr>
          <a:lstStyle/>
          <a:p>
            <a:pPr marL="0" marR="0" lvl="0" indent="0" algn="l" rtl="0">
              <a:lnSpc>
                <a:spcPct val="100000"/>
              </a:lnSpc>
              <a:spcBef>
                <a:spcPts val="0"/>
              </a:spcBef>
              <a:spcAft>
                <a:spcPts val="0"/>
              </a:spcAft>
              <a:buClr>
                <a:srgbClr val="000000"/>
              </a:buClr>
              <a:buSzPts val="2475"/>
              <a:buFont typeface="Arial"/>
              <a:buNone/>
            </a:pPr>
            <a:endParaRPr sz="2475" b="0" i="0" u="none" strike="noStrike" cap="none">
              <a:solidFill>
                <a:srgbClr val="000000"/>
              </a:solidFill>
              <a:latin typeface="Arial"/>
              <a:ea typeface="Arial"/>
              <a:cs typeface="Arial"/>
              <a:sym typeface="Arial"/>
            </a:endParaRPr>
          </a:p>
          <a:p>
            <a:pPr marL="47625" marR="0" lvl="0" indent="0" algn="l" rtl="0">
              <a:lnSpc>
                <a:spcPct val="100000"/>
              </a:lnSpc>
              <a:spcBef>
                <a:spcPts val="1529"/>
              </a:spcBef>
              <a:spcAft>
                <a:spcPts val="0"/>
              </a:spcAft>
              <a:buClr>
                <a:srgbClr val="C00000"/>
              </a:buClr>
              <a:buSzPts val="2400"/>
              <a:buFont typeface="Arial"/>
              <a:buNone/>
            </a:pPr>
            <a:r>
              <a:rPr lang="en-US" sz="2400" b="1" i="0" u="none" strike="noStrike" cap="none">
                <a:solidFill>
                  <a:srgbClr val="C00000"/>
                </a:solidFill>
                <a:latin typeface="Calibri"/>
                <a:ea typeface="Calibri"/>
                <a:cs typeface="Calibri"/>
                <a:sym typeface="Calibri"/>
              </a:rPr>
              <a:t>1) High Bias, Low Variance:</a:t>
            </a:r>
            <a:endParaRPr sz="2400" b="0" i="0" u="none" strike="noStrike" cap="none">
              <a:solidFill>
                <a:srgbClr val="C00000"/>
              </a:solidFill>
              <a:latin typeface="Calibri"/>
              <a:ea typeface="Calibri"/>
              <a:cs typeface="Calibri"/>
              <a:sym typeface="Calibri"/>
            </a:endParaRPr>
          </a:p>
          <a:p>
            <a:pPr marL="9525" marR="3810" lvl="0" indent="34290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libri"/>
                <a:ea typeface="Calibri"/>
                <a:cs typeface="Calibri"/>
                <a:sym typeface="Calibri"/>
              </a:rPr>
              <a:t>A model with high bias and low variance is  said to be </a:t>
            </a:r>
            <a:r>
              <a:rPr lang="en-US" sz="2400" b="0" i="0" u="none" strike="noStrike" cap="none">
                <a:solidFill>
                  <a:srgbClr val="FF33CC"/>
                </a:solidFill>
                <a:latin typeface="Calibri"/>
                <a:ea typeface="Calibri"/>
                <a:cs typeface="Calibri"/>
                <a:sym typeface="Calibri"/>
              </a:rPr>
              <a:t>underfitting</a:t>
            </a:r>
            <a:r>
              <a:rPr lang="en-US" sz="2400" b="0" i="0" u="none" strike="noStrike" cap="none">
                <a:solidFill>
                  <a:srgbClr val="000000"/>
                </a:solidFill>
                <a:latin typeface="Calibri"/>
                <a:ea typeface="Calibri"/>
                <a:cs typeface="Calibri"/>
                <a:sym typeface="Calibri"/>
              </a:rPr>
              <a:t>.</a:t>
            </a:r>
            <a:endParaRPr sz="2400" b="0" i="0" u="none" strike="noStrike" cap="none">
              <a:solidFill>
                <a:srgbClr val="000000"/>
              </a:solidFill>
              <a:latin typeface="Calibri"/>
              <a:ea typeface="Calibri"/>
              <a:cs typeface="Calibri"/>
              <a:sym typeface="Calibri"/>
            </a:endParaRPr>
          </a:p>
          <a:p>
            <a:pPr marL="0" marR="0" lvl="0" indent="0" algn="l" rtl="0">
              <a:lnSpc>
                <a:spcPct val="100000"/>
              </a:lnSpc>
              <a:spcBef>
                <a:spcPts val="4"/>
              </a:spcBef>
              <a:spcAft>
                <a:spcPts val="0"/>
              </a:spcAft>
              <a:buClr>
                <a:srgbClr val="000000"/>
              </a:buClr>
              <a:buSzPts val="2400"/>
              <a:buFont typeface="Arial"/>
              <a:buNone/>
            </a:pPr>
            <a:endParaRPr sz="2400" b="0" i="0" u="none" strike="noStrike" cap="none">
              <a:solidFill>
                <a:srgbClr val="000000"/>
              </a:solidFill>
              <a:latin typeface="Calibri"/>
              <a:ea typeface="Calibri"/>
              <a:cs typeface="Calibri"/>
              <a:sym typeface="Calibri"/>
            </a:endParaRPr>
          </a:p>
          <a:p>
            <a:pPr marL="47625" marR="0" lvl="0" indent="0" algn="l" rtl="0">
              <a:lnSpc>
                <a:spcPct val="100000"/>
              </a:lnSpc>
              <a:spcBef>
                <a:spcPts val="0"/>
              </a:spcBef>
              <a:spcAft>
                <a:spcPts val="0"/>
              </a:spcAft>
              <a:buClr>
                <a:srgbClr val="C00000"/>
              </a:buClr>
              <a:buSzPts val="2400"/>
              <a:buFont typeface="Arial"/>
              <a:buNone/>
            </a:pPr>
            <a:r>
              <a:rPr lang="en-US" sz="2400" b="1" i="0" u="none" strike="noStrike" cap="none">
                <a:solidFill>
                  <a:srgbClr val="C00000"/>
                </a:solidFill>
                <a:latin typeface="Calibri"/>
                <a:ea typeface="Calibri"/>
                <a:cs typeface="Calibri"/>
                <a:sym typeface="Calibri"/>
              </a:rPr>
              <a:t>2) High Variance, Low Bias:</a:t>
            </a:r>
            <a:endParaRPr sz="2400" b="0" i="0" u="none" strike="noStrike" cap="none">
              <a:solidFill>
                <a:srgbClr val="C00000"/>
              </a:solidFill>
              <a:latin typeface="Calibri"/>
              <a:ea typeface="Calibri"/>
              <a:cs typeface="Calibri"/>
              <a:sym typeface="Calibri"/>
            </a:endParaRPr>
          </a:p>
          <a:p>
            <a:pPr marL="9525" marR="3810" lvl="0" indent="34290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libri"/>
                <a:ea typeface="Calibri"/>
                <a:cs typeface="Calibri"/>
                <a:sym typeface="Calibri"/>
              </a:rPr>
              <a:t>A model with high variance and low bias is  said to be </a:t>
            </a:r>
            <a:r>
              <a:rPr lang="en-US" sz="2400" b="0" i="0" u="none" strike="noStrike" cap="none">
                <a:solidFill>
                  <a:srgbClr val="6600CC"/>
                </a:solidFill>
                <a:latin typeface="Calibri"/>
                <a:ea typeface="Calibri"/>
                <a:cs typeface="Calibri"/>
                <a:sym typeface="Calibri"/>
              </a:rPr>
              <a:t>overfitting</a:t>
            </a:r>
            <a:r>
              <a:rPr lang="en-US" sz="2400" b="0" i="0" u="none" strike="noStrike" cap="none">
                <a:solidFill>
                  <a:srgbClr val="000000"/>
                </a:solidFill>
                <a:latin typeface="Calibri"/>
                <a:ea typeface="Calibri"/>
                <a:cs typeface="Calibri"/>
                <a:sym typeface="Calibri"/>
              </a:rPr>
              <a:t>.</a:t>
            </a:r>
            <a:endParaRPr sz="2400" b="0" i="0" u="none" strike="noStrike" cap="none">
              <a:solidFill>
                <a:srgbClr val="000000"/>
              </a:solidFill>
              <a:latin typeface="Calibri"/>
              <a:ea typeface="Calibri"/>
              <a:cs typeface="Calibri"/>
              <a:sym typeface="Calibri"/>
            </a:endParaRPr>
          </a:p>
        </p:txBody>
      </p:sp>
      <p:pic>
        <p:nvPicPr>
          <p:cNvPr id="565" name="Google Shape;565;p43"/>
          <p:cNvPicPr preferRelativeResize="0"/>
          <p:nvPr/>
        </p:nvPicPr>
        <p:blipFill rotWithShape="1">
          <a:blip r:embed="rId3">
            <a:alphaModFix/>
          </a:blip>
          <a:srcRect/>
          <a:stretch/>
        </p:blipFill>
        <p:spPr>
          <a:xfrm>
            <a:off x="6739890" y="1320581"/>
            <a:ext cx="4480510" cy="4077264"/>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sp>
        <p:nvSpPr>
          <p:cNvPr id="570" name="Google Shape;570;p44"/>
          <p:cNvSpPr txBox="1">
            <a:spLocks noGrp="1"/>
          </p:cNvSpPr>
          <p:nvPr>
            <p:ph type="title"/>
          </p:nvPr>
        </p:nvSpPr>
        <p:spPr>
          <a:xfrm>
            <a:off x="415600" y="491767"/>
            <a:ext cx="11360700" cy="763500"/>
          </a:xfrm>
          <a:prstGeom prst="rect">
            <a:avLst/>
          </a:prstGeom>
          <a:noFill/>
          <a:ln>
            <a:noFill/>
          </a:ln>
        </p:spPr>
        <p:txBody>
          <a:bodyPr spcFirstLastPara="1" wrap="square" lIns="121900" tIns="121900" rIns="121900" bIns="121900" anchor="t" anchorCtr="0">
            <a:noAutofit/>
          </a:bodyPr>
          <a:lstStyle/>
          <a:p>
            <a:pPr marL="366713" marR="0" lvl="0" indent="-342900" algn="l" rtl="0">
              <a:lnSpc>
                <a:spcPct val="100000"/>
              </a:lnSpc>
              <a:spcBef>
                <a:spcPts val="75"/>
              </a:spcBef>
              <a:spcAft>
                <a:spcPts val="0"/>
              </a:spcAft>
              <a:buSzPts val="3200"/>
              <a:buNone/>
            </a:pPr>
            <a:r>
              <a:rPr lang="en-US" b="1" i="0" u="none" strike="noStrike" cap="none">
                <a:solidFill>
                  <a:srgbClr val="9F5900"/>
                </a:solidFill>
                <a:latin typeface="Calibri"/>
                <a:ea typeface="Calibri"/>
                <a:cs typeface="Calibri"/>
                <a:sym typeface="Calibri"/>
              </a:rPr>
              <a:t>Bias – Variance Combinations</a:t>
            </a:r>
            <a:br>
              <a:rPr lang="en-US" b="0" i="0" u="none" strike="noStrike" cap="none">
                <a:solidFill>
                  <a:srgbClr val="9F5900"/>
                </a:solidFill>
                <a:latin typeface="Calibri"/>
                <a:ea typeface="Calibri"/>
                <a:cs typeface="Calibri"/>
                <a:sym typeface="Calibri"/>
              </a:rPr>
            </a:br>
            <a:endParaRPr>
              <a:latin typeface="Calibri"/>
              <a:ea typeface="Calibri"/>
              <a:cs typeface="Calibri"/>
              <a:sym typeface="Calibri"/>
            </a:endParaRPr>
          </a:p>
        </p:txBody>
      </p:sp>
      <p:sp>
        <p:nvSpPr>
          <p:cNvPr id="571" name="Google Shape;571;p44"/>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51</a:t>
            </a:fld>
            <a:endParaRPr/>
          </a:p>
        </p:txBody>
      </p:sp>
      <p:sp>
        <p:nvSpPr>
          <p:cNvPr id="572" name="Google Shape;572;p44"/>
          <p:cNvSpPr txBox="1"/>
          <p:nvPr/>
        </p:nvSpPr>
        <p:spPr>
          <a:xfrm>
            <a:off x="764771" y="1320581"/>
            <a:ext cx="4881563" cy="4276171"/>
          </a:xfrm>
          <a:prstGeom prst="rect">
            <a:avLst/>
          </a:prstGeom>
          <a:noFill/>
          <a:ln>
            <a:noFill/>
          </a:ln>
        </p:spPr>
        <p:txBody>
          <a:bodyPr spcFirstLastPara="1" wrap="square" lIns="0" tIns="9525" rIns="0" bIns="0" anchor="t" anchorCtr="0">
            <a:spAutoFit/>
          </a:bodyPr>
          <a:lstStyle/>
          <a:p>
            <a:pPr marL="0" marR="0" lvl="0" indent="0" algn="l" rtl="0">
              <a:lnSpc>
                <a:spcPct val="100000"/>
              </a:lnSpc>
              <a:spcBef>
                <a:spcPts val="0"/>
              </a:spcBef>
              <a:spcAft>
                <a:spcPts val="0"/>
              </a:spcAft>
              <a:buClr>
                <a:srgbClr val="000000"/>
              </a:buClr>
              <a:buSzPts val="2475"/>
              <a:buFont typeface="Arial"/>
              <a:buNone/>
            </a:pPr>
            <a:endParaRPr sz="2475" b="0" i="0" u="none" strike="noStrike" cap="none">
              <a:solidFill>
                <a:srgbClr val="000000"/>
              </a:solidFill>
              <a:latin typeface="Arial"/>
              <a:ea typeface="Arial"/>
              <a:cs typeface="Arial"/>
              <a:sym typeface="Arial"/>
            </a:endParaRPr>
          </a:p>
          <a:p>
            <a:pPr marL="47625" marR="0" lvl="0" indent="0" algn="l" rtl="0">
              <a:lnSpc>
                <a:spcPct val="100000"/>
              </a:lnSpc>
              <a:spcBef>
                <a:spcPts val="1529"/>
              </a:spcBef>
              <a:spcAft>
                <a:spcPts val="0"/>
              </a:spcAft>
              <a:buClr>
                <a:srgbClr val="C00000"/>
              </a:buClr>
              <a:buSzPts val="2400"/>
              <a:buFont typeface="Arial"/>
              <a:buNone/>
            </a:pPr>
            <a:r>
              <a:rPr lang="en-US" sz="2400" b="1" i="0" u="none" strike="noStrike" cap="none">
                <a:solidFill>
                  <a:srgbClr val="C00000"/>
                </a:solidFill>
                <a:latin typeface="Calibri"/>
                <a:ea typeface="Calibri"/>
                <a:cs typeface="Calibri"/>
                <a:sym typeface="Calibri"/>
              </a:rPr>
              <a:t>3) High-Bias, High-Variance:</a:t>
            </a:r>
            <a:endParaRPr sz="2400" b="0" i="0" u="none" strike="noStrike" cap="none">
              <a:solidFill>
                <a:srgbClr val="C00000"/>
              </a:solidFill>
              <a:latin typeface="Calibri"/>
              <a:ea typeface="Calibri"/>
              <a:cs typeface="Calibri"/>
              <a:sym typeface="Calibri"/>
            </a:endParaRPr>
          </a:p>
          <a:p>
            <a:pPr marL="9525" marR="3810" lvl="0" indent="342900" algn="l" rtl="0">
              <a:lnSpc>
                <a:spcPct val="100000"/>
              </a:lnSpc>
              <a:spcBef>
                <a:spcPts val="0"/>
              </a:spcBef>
              <a:spcAft>
                <a:spcPts val="0"/>
              </a:spcAft>
              <a:buClr>
                <a:srgbClr val="00B050"/>
              </a:buClr>
              <a:buSzPts val="2400"/>
              <a:buFont typeface="Arial"/>
              <a:buNone/>
            </a:pPr>
            <a:r>
              <a:rPr lang="en-US" sz="2400" b="0" i="0" u="none" strike="noStrike" cap="none">
                <a:solidFill>
                  <a:srgbClr val="00B050"/>
                </a:solidFill>
                <a:latin typeface="Calibri"/>
                <a:ea typeface="Calibri"/>
                <a:cs typeface="Calibri"/>
                <a:sym typeface="Calibri"/>
              </a:rPr>
              <a:t>Model is not able to capture the underlying  patterns in the data </a:t>
            </a:r>
            <a:r>
              <a:rPr lang="en-US" sz="2400" b="0" i="0" u="none" strike="noStrike" cap="none">
                <a:solidFill>
                  <a:srgbClr val="000000"/>
                </a:solidFill>
                <a:latin typeface="Calibri"/>
                <a:ea typeface="Calibri"/>
                <a:cs typeface="Calibri"/>
                <a:sym typeface="Calibri"/>
              </a:rPr>
              <a:t>(</a:t>
            </a:r>
            <a:r>
              <a:rPr lang="en-US" sz="2400" b="0" i="0" u="none" strike="noStrike" cap="none">
                <a:solidFill>
                  <a:srgbClr val="0070C0"/>
                </a:solidFill>
                <a:latin typeface="Calibri"/>
                <a:ea typeface="Calibri"/>
                <a:cs typeface="Calibri"/>
                <a:sym typeface="Calibri"/>
              </a:rPr>
              <a:t>high bias</a:t>
            </a:r>
            <a:r>
              <a:rPr lang="en-US" sz="2400" b="0" i="0" u="none" strike="noStrike" cap="none">
                <a:solidFill>
                  <a:srgbClr val="000000"/>
                </a:solidFill>
                <a:latin typeface="Calibri"/>
                <a:ea typeface="Calibri"/>
                <a:cs typeface="Calibri"/>
                <a:sym typeface="Calibri"/>
              </a:rPr>
              <a:t>) and is also </a:t>
            </a:r>
            <a:r>
              <a:rPr lang="en-US" sz="2400" b="0" i="0" u="none" strike="noStrike" cap="none">
                <a:solidFill>
                  <a:srgbClr val="E36C09"/>
                </a:solidFill>
                <a:latin typeface="Calibri"/>
                <a:ea typeface="Calibri"/>
                <a:cs typeface="Calibri"/>
                <a:sym typeface="Calibri"/>
              </a:rPr>
              <a:t>too  sensitive to changes in the training data </a:t>
            </a:r>
            <a:r>
              <a:rPr lang="en-US" sz="2400" b="0" i="0" u="none" strike="noStrike" cap="none">
                <a:solidFill>
                  <a:srgbClr val="000000"/>
                </a:solidFill>
                <a:latin typeface="Calibri"/>
                <a:ea typeface="Calibri"/>
                <a:cs typeface="Calibri"/>
                <a:sym typeface="Calibri"/>
              </a:rPr>
              <a:t>(</a:t>
            </a:r>
            <a:r>
              <a:rPr lang="en-US" sz="2400" b="0" i="0" u="none" strike="noStrike" cap="none">
                <a:solidFill>
                  <a:srgbClr val="953734"/>
                </a:solidFill>
                <a:latin typeface="Calibri"/>
                <a:ea typeface="Calibri"/>
                <a:cs typeface="Calibri"/>
                <a:sym typeface="Calibri"/>
              </a:rPr>
              <a:t>high  variance</a:t>
            </a:r>
            <a:r>
              <a:rPr lang="en-US" sz="2400" b="0" i="0" u="none" strike="noStrike" cap="none">
                <a:solidFill>
                  <a:srgbClr val="000000"/>
                </a:solidFill>
                <a:latin typeface="Calibri"/>
                <a:ea typeface="Calibri"/>
                <a:cs typeface="Calibri"/>
                <a:sym typeface="Calibri"/>
              </a:rPr>
              <a:t>).</a:t>
            </a:r>
            <a:endParaRPr sz="2400" b="0" i="0" u="none" strike="noStrike" cap="none">
              <a:solidFill>
                <a:srgbClr val="000000"/>
              </a:solidFill>
              <a:latin typeface="Calibri"/>
              <a:ea typeface="Calibri"/>
              <a:cs typeface="Calibri"/>
              <a:sym typeface="Calibri"/>
            </a:endParaRPr>
          </a:p>
          <a:p>
            <a:pPr marL="0" marR="0" lvl="0" indent="0" algn="l" rtl="0">
              <a:lnSpc>
                <a:spcPct val="100000"/>
              </a:lnSpc>
              <a:spcBef>
                <a:spcPts val="4"/>
              </a:spcBef>
              <a:spcAft>
                <a:spcPts val="0"/>
              </a:spcAft>
              <a:buClr>
                <a:srgbClr val="000000"/>
              </a:buClr>
              <a:buSzPts val="2400"/>
              <a:buFont typeface="Arial"/>
              <a:buNone/>
            </a:pPr>
            <a:endParaRPr sz="2400" b="0" i="0" u="none" strike="noStrike" cap="none">
              <a:solidFill>
                <a:srgbClr val="000000"/>
              </a:solidFill>
              <a:latin typeface="Calibri"/>
              <a:ea typeface="Calibri"/>
              <a:cs typeface="Calibri"/>
              <a:sym typeface="Calibri"/>
            </a:endParaRPr>
          </a:p>
          <a:p>
            <a:pPr marL="9525" marR="460534" lvl="0" indent="342900" algn="l"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libri"/>
                <a:ea typeface="Calibri"/>
                <a:cs typeface="Calibri"/>
                <a:sym typeface="Calibri"/>
              </a:rPr>
              <a:t>As a result, the model will </a:t>
            </a:r>
            <a:r>
              <a:rPr lang="en-US" sz="2400" b="0" i="0" u="none" strike="noStrike" cap="none">
                <a:solidFill>
                  <a:srgbClr val="0099FF"/>
                </a:solidFill>
                <a:latin typeface="Calibri"/>
                <a:ea typeface="Calibri"/>
                <a:cs typeface="Calibri"/>
                <a:sym typeface="Calibri"/>
              </a:rPr>
              <a:t>produce  inconsistent and inaccurate predictions </a:t>
            </a:r>
            <a:r>
              <a:rPr lang="en-US" sz="2400" b="0" i="0" u="none" strike="noStrike" cap="none">
                <a:solidFill>
                  <a:srgbClr val="000000"/>
                </a:solidFill>
                <a:latin typeface="Calibri"/>
                <a:ea typeface="Calibri"/>
                <a:cs typeface="Calibri"/>
                <a:sym typeface="Calibri"/>
              </a:rPr>
              <a:t>on  average.</a:t>
            </a:r>
            <a:endParaRPr sz="2400" b="0" i="0" u="none" strike="noStrike" cap="none">
              <a:solidFill>
                <a:srgbClr val="000000"/>
              </a:solidFill>
              <a:latin typeface="Calibri"/>
              <a:ea typeface="Calibri"/>
              <a:cs typeface="Calibri"/>
              <a:sym typeface="Calibri"/>
            </a:endParaRPr>
          </a:p>
        </p:txBody>
      </p:sp>
      <p:pic>
        <p:nvPicPr>
          <p:cNvPr id="573" name="Google Shape;573;p44"/>
          <p:cNvPicPr preferRelativeResize="0"/>
          <p:nvPr/>
        </p:nvPicPr>
        <p:blipFill rotWithShape="1">
          <a:blip r:embed="rId3">
            <a:alphaModFix/>
          </a:blip>
          <a:srcRect/>
          <a:stretch/>
        </p:blipFill>
        <p:spPr>
          <a:xfrm>
            <a:off x="6946719" y="1320581"/>
            <a:ext cx="4480510" cy="4077264"/>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sp>
        <p:nvSpPr>
          <p:cNvPr id="578" name="Google Shape;578;p45"/>
          <p:cNvSpPr txBox="1">
            <a:spLocks noGrp="1"/>
          </p:cNvSpPr>
          <p:nvPr>
            <p:ph type="title"/>
          </p:nvPr>
        </p:nvSpPr>
        <p:spPr>
          <a:xfrm>
            <a:off x="415650" y="208738"/>
            <a:ext cx="11360700" cy="763500"/>
          </a:xfrm>
          <a:prstGeom prst="rect">
            <a:avLst/>
          </a:prstGeom>
          <a:noFill/>
          <a:ln>
            <a:noFill/>
          </a:ln>
        </p:spPr>
        <p:txBody>
          <a:bodyPr spcFirstLastPara="1" wrap="square" lIns="121900" tIns="121900" rIns="121900" bIns="121900" anchor="t" anchorCtr="0">
            <a:noAutofit/>
          </a:bodyPr>
          <a:lstStyle/>
          <a:p>
            <a:pPr marL="366713" marR="0" lvl="0" indent="-342900" algn="l" rtl="0">
              <a:lnSpc>
                <a:spcPct val="100000"/>
              </a:lnSpc>
              <a:spcBef>
                <a:spcPts val="75"/>
              </a:spcBef>
              <a:spcAft>
                <a:spcPts val="0"/>
              </a:spcAft>
              <a:buSzPts val="3200"/>
              <a:buNone/>
            </a:pPr>
            <a:r>
              <a:rPr lang="en-US" b="1" i="0" u="none" strike="noStrike" cap="none">
                <a:solidFill>
                  <a:srgbClr val="9F5900"/>
                </a:solidFill>
                <a:latin typeface="Calibri"/>
                <a:ea typeface="Calibri"/>
                <a:cs typeface="Calibri"/>
                <a:sym typeface="Calibri"/>
              </a:rPr>
              <a:t>Bias – Variance Combinations</a:t>
            </a:r>
            <a:br>
              <a:rPr lang="en-US" b="0" i="0" u="none" strike="noStrike" cap="none">
                <a:solidFill>
                  <a:srgbClr val="9F5900"/>
                </a:solidFill>
                <a:latin typeface="Calibri"/>
                <a:ea typeface="Calibri"/>
                <a:cs typeface="Calibri"/>
                <a:sym typeface="Calibri"/>
              </a:rPr>
            </a:br>
            <a:endParaRPr>
              <a:latin typeface="Calibri"/>
              <a:ea typeface="Calibri"/>
              <a:cs typeface="Calibri"/>
              <a:sym typeface="Calibri"/>
            </a:endParaRPr>
          </a:p>
        </p:txBody>
      </p:sp>
      <p:sp>
        <p:nvSpPr>
          <p:cNvPr id="579" name="Google Shape;579;p45"/>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52</a:t>
            </a:fld>
            <a:endParaRPr/>
          </a:p>
        </p:txBody>
      </p:sp>
      <p:sp>
        <p:nvSpPr>
          <p:cNvPr id="580" name="Google Shape;580;p45"/>
          <p:cNvSpPr txBox="1"/>
          <p:nvPr/>
        </p:nvSpPr>
        <p:spPr>
          <a:xfrm>
            <a:off x="1257595" y="1151274"/>
            <a:ext cx="5019199" cy="4441601"/>
          </a:xfrm>
          <a:prstGeom prst="rect">
            <a:avLst/>
          </a:prstGeom>
          <a:noFill/>
          <a:ln>
            <a:noFill/>
          </a:ln>
        </p:spPr>
        <p:txBody>
          <a:bodyPr spcFirstLastPara="1" wrap="square" lIns="0" tIns="9525" rIns="0" bIns="0" anchor="t" anchorCtr="0">
            <a:spAutoFit/>
          </a:bodyPr>
          <a:lstStyle/>
          <a:p>
            <a:pPr marL="47625" marR="0" lvl="0" indent="0" algn="just" rtl="0">
              <a:lnSpc>
                <a:spcPct val="100000"/>
              </a:lnSpc>
              <a:spcBef>
                <a:spcPts val="0"/>
              </a:spcBef>
              <a:spcAft>
                <a:spcPts val="0"/>
              </a:spcAft>
              <a:buClr>
                <a:srgbClr val="C00000"/>
              </a:buClr>
              <a:buSzPts val="2400"/>
              <a:buFont typeface="Arial"/>
              <a:buNone/>
            </a:pPr>
            <a:r>
              <a:rPr lang="en-US" sz="2400" b="1" i="0" u="none" strike="noStrike" cap="none">
                <a:solidFill>
                  <a:srgbClr val="C00000"/>
                </a:solidFill>
                <a:highlight>
                  <a:srgbClr val="00FFFF"/>
                </a:highlight>
                <a:latin typeface="Calibri"/>
                <a:ea typeface="Calibri"/>
                <a:cs typeface="Calibri"/>
                <a:sym typeface="Calibri"/>
              </a:rPr>
              <a:t>4) Low Bias, Low Variance:</a:t>
            </a:r>
            <a:endParaRPr sz="2400" b="0" i="0" u="none" strike="noStrike" cap="none">
              <a:solidFill>
                <a:srgbClr val="C00000"/>
              </a:solidFill>
              <a:highlight>
                <a:srgbClr val="00FFFF"/>
              </a:highlight>
              <a:latin typeface="Calibri"/>
              <a:ea typeface="Calibri"/>
              <a:cs typeface="Calibri"/>
              <a:sym typeface="Calibri"/>
            </a:endParaRPr>
          </a:p>
          <a:p>
            <a:pPr marL="9525" marR="358616" lvl="0" indent="342900" algn="just"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libri"/>
                <a:ea typeface="Calibri"/>
                <a:cs typeface="Calibri"/>
                <a:sym typeface="Calibri"/>
              </a:rPr>
              <a:t>Model is </a:t>
            </a:r>
            <a:r>
              <a:rPr lang="en-US" sz="2400" b="0" i="0" u="none" strike="noStrike" cap="none">
                <a:solidFill>
                  <a:srgbClr val="00B050"/>
                </a:solidFill>
                <a:latin typeface="Calibri"/>
                <a:ea typeface="Calibri"/>
                <a:cs typeface="Calibri"/>
                <a:sym typeface="Calibri"/>
              </a:rPr>
              <a:t>able to capture the underlying  patterns in the data </a:t>
            </a:r>
            <a:r>
              <a:rPr lang="en-US" sz="2400" b="0" i="0" u="none" strike="noStrike" cap="none">
                <a:solidFill>
                  <a:srgbClr val="000000"/>
                </a:solidFill>
                <a:latin typeface="Calibri"/>
                <a:ea typeface="Calibri"/>
                <a:cs typeface="Calibri"/>
                <a:sym typeface="Calibri"/>
              </a:rPr>
              <a:t>(</a:t>
            </a:r>
            <a:r>
              <a:rPr lang="en-US" sz="2400" b="0" i="0" u="none" strike="noStrike" cap="none">
                <a:solidFill>
                  <a:srgbClr val="0070C0"/>
                </a:solidFill>
                <a:latin typeface="Calibri"/>
                <a:ea typeface="Calibri"/>
                <a:cs typeface="Calibri"/>
                <a:sym typeface="Calibri"/>
              </a:rPr>
              <a:t>low bias</a:t>
            </a:r>
            <a:r>
              <a:rPr lang="en-US" sz="2400" b="0" i="0" u="none" strike="noStrike" cap="none">
                <a:solidFill>
                  <a:srgbClr val="000000"/>
                </a:solidFill>
                <a:latin typeface="Calibri"/>
                <a:ea typeface="Calibri"/>
                <a:cs typeface="Calibri"/>
                <a:sym typeface="Calibri"/>
              </a:rPr>
              <a:t>) and </a:t>
            </a:r>
            <a:r>
              <a:rPr lang="en-US" sz="2400" b="0" i="0" u="none" strike="noStrike" cap="none">
                <a:solidFill>
                  <a:srgbClr val="E36C09"/>
                </a:solidFill>
                <a:latin typeface="Calibri"/>
                <a:ea typeface="Calibri"/>
                <a:cs typeface="Calibri"/>
                <a:sym typeface="Calibri"/>
              </a:rPr>
              <a:t>is not too  sensitive to changes in the training data </a:t>
            </a:r>
            <a:r>
              <a:rPr lang="en-US" sz="2400" b="0" i="0" u="none" strike="noStrike" cap="none">
                <a:solidFill>
                  <a:srgbClr val="000000"/>
                </a:solidFill>
                <a:latin typeface="Calibri"/>
                <a:ea typeface="Calibri"/>
                <a:cs typeface="Calibri"/>
                <a:sym typeface="Calibri"/>
              </a:rPr>
              <a:t>(</a:t>
            </a:r>
            <a:r>
              <a:rPr lang="en-US" sz="2400" b="0" i="0" u="none" strike="noStrike" cap="none">
                <a:solidFill>
                  <a:srgbClr val="953734"/>
                </a:solidFill>
                <a:latin typeface="Calibri"/>
                <a:ea typeface="Calibri"/>
                <a:cs typeface="Calibri"/>
                <a:sym typeface="Calibri"/>
              </a:rPr>
              <a:t>low  variance</a:t>
            </a:r>
            <a:r>
              <a:rPr lang="en-US" sz="2400" b="0" i="0" u="none" strike="noStrike" cap="none">
                <a:solidFill>
                  <a:srgbClr val="000000"/>
                </a:solidFill>
                <a:latin typeface="Calibri"/>
                <a:ea typeface="Calibri"/>
                <a:cs typeface="Calibri"/>
                <a:sym typeface="Calibri"/>
              </a:rPr>
              <a:t>).</a:t>
            </a:r>
            <a:endParaRPr sz="2400" b="0" i="0" u="none" strike="noStrike" cap="none">
              <a:solidFill>
                <a:srgbClr val="000000"/>
              </a:solidFill>
              <a:latin typeface="Calibri"/>
              <a:ea typeface="Calibri"/>
              <a:cs typeface="Calibri"/>
              <a:sym typeface="Calibri"/>
            </a:endParaRPr>
          </a:p>
          <a:p>
            <a:pPr marL="0" marR="0" lvl="0" indent="0" algn="just" rtl="0">
              <a:lnSpc>
                <a:spcPct val="100000"/>
              </a:lnSpc>
              <a:spcBef>
                <a:spcPts val="4"/>
              </a:spcBef>
              <a:spcAft>
                <a:spcPts val="0"/>
              </a:spcAft>
              <a:buClr>
                <a:srgbClr val="000000"/>
              </a:buClr>
              <a:buSzPts val="2400"/>
              <a:buFont typeface="Arial"/>
              <a:buNone/>
            </a:pPr>
            <a:endParaRPr sz="2400" b="0" i="0" u="none" strike="noStrike" cap="none">
              <a:solidFill>
                <a:srgbClr val="000000"/>
              </a:solidFill>
              <a:latin typeface="Calibri"/>
              <a:ea typeface="Calibri"/>
              <a:cs typeface="Calibri"/>
              <a:sym typeface="Calibri"/>
            </a:endParaRPr>
          </a:p>
          <a:p>
            <a:pPr marL="9525" marR="3810" lvl="0" indent="342900" algn="just"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Calibri"/>
                <a:ea typeface="Calibri"/>
                <a:cs typeface="Calibri"/>
                <a:sym typeface="Calibri"/>
              </a:rPr>
              <a:t>This is the </a:t>
            </a:r>
            <a:r>
              <a:rPr lang="en-US" sz="2400" b="0" i="0" u="none" strike="noStrike" cap="none">
                <a:solidFill>
                  <a:srgbClr val="FF0000"/>
                </a:solidFill>
                <a:highlight>
                  <a:srgbClr val="FFFF00"/>
                </a:highlight>
                <a:latin typeface="Calibri"/>
                <a:ea typeface="Calibri"/>
                <a:cs typeface="Calibri"/>
                <a:sym typeface="Calibri"/>
              </a:rPr>
              <a:t>ideal scenario for a machine  learning model</a:t>
            </a:r>
            <a:r>
              <a:rPr lang="en-US" sz="2400" b="0" i="0" u="none" strike="noStrike" cap="none">
                <a:solidFill>
                  <a:srgbClr val="000000"/>
                </a:solidFill>
                <a:latin typeface="Calibri"/>
                <a:ea typeface="Calibri"/>
                <a:cs typeface="Calibri"/>
                <a:sym typeface="Calibri"/>
              </a:rPr>
              <a:t>, as it is </a:t>
            </a:r>
            <a:r>
              <a:rPr lang="en-US" sz="2400" b="0" i="0" u="none" strike="noStrike" cap="none">
                <a:solidFill>
                  <a:srgbClr val="953734"/>
                </a:solidFill>
                <a:latin typeface="Calibri"/>
                <a:ea typeface="Calibri"/>
                <a:cs typeface="Calibri"/>
                <a:sym typeface="Calibri"/>
              </a:rPr>
              <a:t>able to generalize well to  new, unseen data and produce consistent and  accurate predictions.</a:t>
            </a:r>
            <a:endParaRPr sz="2400" b="0" i="0" u="none" strike="noStrike" cap="none">
              <a:solidFill>
                <a:srgbClr val="953734"/>
              </a:solidFill>
              <a:latin typeface="Calibri"/>
              <a:ea typeface="Calibri"/>
              <a:cs typeface="Calibri"/>
              <a:sym typeface="Calibri"/>
            </a:endParaRPr>
          </a:p>
        </p:txBody>
      </p:sp>
      <p:pic>
        <p:nvPicPr>
          <p:cNvPr id="581" name="Google Shape;581;p45"/>
          <p:cNvPicPr preferRelativeResize="0"/>
          <p:nvPr/>
        </p:nvPicPr>
        <p:blipFill rotWithShape="1">
          <a:blip r:embed="rId3">
            <a:alphaModFix/>
          </a:blip>
          <a:srcRect/>
          <a:stretch/>
        </p:blipFill>
        <p:spPr>
          <a:xfrm>
            <a:off x="7195897" y="1151274"/>
            <a:ext cx="4480510" cy="4077264"/>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85"/>
        <p:cNvGrpSpPr/>
        <p:nvPr/>
      </p:nvGrpSpPr>
      <p:grpSpPr>
        <a:xfrm>
          <a:off x="0" y="0"/>
          <a:ext cx="0" cy="0"/>
          <a:chOff x="0" y="0"/>
          <a:chExt cx="0" cy="0"/>
        </a:xfrm>
      </p:grpSpPr>
      <p:sp>
        <p:nvSpPr>
          <p:cNvPr id="586" name="Google Shape;586;p46"/>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53</a:t>
            </a:fld>
            <a:endParaRPr/>
          </a:p>
        </p:txBody>
      </p:sp>
      <p:pic>
        <p:nvPicPr>
          <p:cNvPr id="587" name="Google Shape;587;p46"/>
          <p:cNvPicPr preferRelativeResize="0"/>
          <p:nvPr/>
        </p:nvPicPr>
        <p:blipFill rotWithShape="1">
          <a:blip r:embed="rId3">
            <a:alphaModFix/>
          </a:blip>
          <a:srcRect/>
          <a:stretch/>
        </p:blipFill>
        <p:spPr>
          <a:xfrm>
            <a:off x="1077686" y="718458"/>
            <a:ext cx="10232571" cy="5148942"/>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sp>
        <p:nvSpPr>
          <p:cNvPr id="592" name="Google Shape;592;p47"/>
          <p:cNvSpPr txBox="1">
            <a:spLocks noGrp="1"/>
          </p:cNvSpPr>
          <p:nvPr>
            <p:ph type="title"/>
          </p:nvPr>
        </p:nvSpPr>
        <p:spPr>
          <a:xfrm>
            <a:off x="415600" y="112373"/>
            <a:ext cx="11360700" cy="369805"/>
          </a:xfrm>
          <a:prstGeom prst="rect">
            <a:avLst/>
          </a:prstGeom>
          <a:noFill/>
          <a:ln>
            <a:noFill/>
          </a:ln>
        </p:spPr>
        <p:txBody>
          <a:bodyPr spcFirstLastPara="1" wrap="square" lIns="121900" tIns="121900" rIns="121900" bIns="121900" anchor="t" anchorCtr="0">
            <a:noAutofit/>
          </a:bodyPr>
          <a:lstStyle/>
          <a:p>
            <a:pPr marL="0" lvl="0" indent="0" algn="l" rtl="0">
              <a:lnSpc>
                <a:spcPct val="100000"/>
              </a:lnSpc>
              <a:spcBef>
                <a:spcPts val="0"/>
              </a:spcBef>
              <a:spcAft>
                <a:spcPts val="0"/>
              </a:spcAft>
              <a:buSzPts val="3200"/>
              <a:buFont typeface="IBM Plex Sans Condensed"/>
              <a:buNone/>
            </a:pPr>
            <a:r>
              <a:rPr lang="en-US" sz="2200">
                <a:latin typeface="Times New Roman"/>
                <a:ea typeface="Times New Roman"/>
                <a:cs typeface="Times New Roman"/>
                <a:sym typeface="Times New Roman"/>
              </a:rPr>
              <a:t>References</a:t>
            </a:r>
            <a:endParaRPr sz="2200">
              <a:latin typeface="Times New Roman"/>
              <a:ea typeface="Times New Roman"/>
              <a:cs typeface="Times New Roman"/>
              <a:sym typeface="Times New Roman"/>
            </a:endParaRPr>
          </a:p>
        </p:txBody>
      </p:sp>
      <p:sp>
        <p:nvSpPr>
          <p:cNvPr id="593" name="Google Shape;593;p47"/>
          <p:cNvSpPr txBox="1">
            <a:spLocks noGrp="1"/>
          </p:cNvSpPr>
          <p:nvPr>
            <p:ph type="body" idx="1"/>
          </p:nvPr>
        </p:nvSpPr>
        <p:spPr>
          <a:xfrm>
            <a:off x="312859" y="666607"/>
            <a:ext cx="11360700" cy="5524786"/>
          </a:xfrm>
          <a:prstGeom prst="rect">
            <a:avLst/>
          </a:prstGeom>
          <a:noFill/>
          <a:ln>
            <a:noFill/>
          </a:ln>
        </p:spPr>
        <p:txBody>
          <a:bodyPr spcFirstLastPara="1" wrap="square" lIns="121900" tIns="121900" rIns="121900" bIns="121900" anchor="t" anchorCtr="0">
            <a:noAutofit/>
          </a:bodyPr>
          <a:lstStyle/>
          <a:p>
            <a:pPr marL="457200" lvl="0" indent="-406400" algn="l" rtl="0">
              <a:lnSpc>
                <a:spcPct val="100000"/>
              </a:lnSpc>
              <a:spcBef>
                <a:spcPts val="0"/>
              </a:spcBef>
              <a:spcAft>
                <a:spcPts val="0"/>
              </a:spcAft>
              <a:buSzPts val="2800"/>
              <a:buNone/>
            </a:pPr>
            <a:r>
              <a:rPr lang="en-US" sz="1800" b="1">
                <a:latin typeface="Times New Roman"/>
                <a:ea typeface="Times New Roman"/>
                <a:cs typeface="Times New Roman"/>
                <a:sym typeface="Times New Roman"/>
              </a:rPr>
              <a:t>Text Book:</a:t>
            </a:r>
            <a:endParaRPr sz="1800">
              <a:latin typeface="Times New Roman"/>
              <a:ea typeface="Times New Roman"/>
              <a:cs typeface="Times New Roman"/>
              <a:sym typeface="Times New Roman"/>
            </a:endParaRPr>
          </a:p>
          <a:p>
            <a:pPr marL="457200" lvl="0" indent="-406400" algn="l" rtl="0">
              <a:lnSpc>
                <a:spcPct val="100000"/>
              </a:lnSpc>
              <a:spcBef>
                <a:spcPts val="0"/>
              </a:spcBef>
              <a:spcAft>
                <a:spcPts val="0"/>
              </a:spcAft>
              <a:buSzPts val="2800"/>
              <a:buNone/>
            </a:pPr>
            <a:r>
              <a:rPr lang="en-US" sz="1800">
                <a:latin typeface="Times New Roman"/>
                <a:ea typeface="Times New Roman"/>
                <a:cs typeface="Times New Roman"/>
                <a:sym typeface="Times New Roman"/>
              </a:rPr>
              <a:t>1. Kevin Murphy, Machine Learning: A Probabilistic Perspective, MIT Press, 2012</a:t>
            </a:r>
            <a:endParaRPr sz="1800">
              <a:latin typeface="Times New Roman"/>
              <a:ea typeface="Times New Roman"/>
              <a:cs typeface="Times New Roman"/>
              <a:sym typeface="Times New Roman"/>
            </a:endParaRPr>
          </a:p>
          <a:p>
            <a:pPr marL="457200" lvl="0" indent="-406400" algn="l" rtl="0">
              <a:lnSpc>
                <a:spcPct val="100000"/>
              </a:lnSpc>
              <a:spcBef>
                <a:spcPts val="0"/>
              </a:spcBef>
              <a:spcAft>
                <a:spcPts val="0"/>
              </a:spcAft>
              <a:buSzPts val="2800"/>
              <a:buNone/>
            </a:pPr>
            <a:r>
              <a:rPr lang="en-US" sz="1800">
                <a:latin typeface="Times New Roman"/>
                <a:ea typeface="Times New Roman"/>
                <a:cs typeface="Times New Roman"/>
                <a:sym typeface="Times New Roman"/>
              </a:rPr>
              <a:t>2. Tom M. Mitchell, ―Machine Learning, McGraw-Hill Education (India) Private Limited, 2013</a:t>
            </a:r>
            <a:endParaRPr/>
          </a:p>
          <a:p>
            <a:pPr marL="457200" lvl="0" indent="-406400" algn="l" rtl="0">
              <a:lnSpc>
                <a:spcPct val="100000"/>
              </a:lnSpc>
              <a:spcBef>
                <a:spcPts val="0"/>
              </a:spcBef>
              <a:spcAft>
                <a:spcPts val="0"/>
              </a:spcAft>
              <a:buSzPts val="2800"/>
              <a:buNone/>
            </a:pPr>
            <a:r>
              <a:rPr lang="en-US" sz="1800" b="1">
                <a:latin typeface="Times New Roman"/>
                <a:ea typeface="Times New Roman"/>
                <a:cs typeface="Times New Roman"/>
                <a:sym typeface="Times New Roman"/>
              </a:rPr>
              <a:t>References (Text / Online Ref):</a:t>
            </a:r>
            <a:endParaRPr sz="1800">
              <a:latin typeface="Times New Roman"/>
              <a:ea typeface="Times New Roman"/>
              <a:cs typeface="Times New Roman"/>
              <a:sym typeface="Times New Roman"/>
            </a:endParaRPr>
          </a:p>
          <a:p>
            <a:pPr marL="457200" lvl="0" indent="-406400" algn="l" rtl="0">
              <a:lnSpc>
                <a:spcPct val="100000"/>
              </a:lnSpc>
              <a:spcBef>
                <a:spcPts val="0"/>
              </a:spcBef>
              <a:spcAft>
                <a:spcPts val="0"/>
              </a:spcAft>
              <a:buSzPts val="2800"/>
              <a:buNone/>
            </a:pPr>
            <a:r>
              <a:rPr lang="en-US" sz="1800" b="1">
                <a:latin typeface="Times New Roman"/>
                <a:ea typeface="Times New Roman"/>
                <a:cs typeface="Times New Roman"/>
                <a:sym typeface="Times New Roman"/>
              </a:rPr>
              <a:t> </a:t>
            </a:r>
            <a:r>
              <a:rPr lang="en-US" sz="1800">
                <a:latin typeface="Times New Roman"/>
                <a:ea typeface="Times New Roman"/>
                <a:cs typeface="Times New Roman"/>
                <a:sym typeface="Times New Roman"/>
              </a:rPr>
              <a:t>1.  EthemAlpaydin, ―Introduction to Machine Learning (Adaptive Computation and Machine Learning), The MIT Press 2004.</a:t>
            </a:r>
            <a:endParaRPr sz="1800">
              <a:latin typeface="Times New Roman"/>
              <a:ea typeface="Times New Roman"/>
              <a:cs typeface="Times New Roman"/>
              <a:sym typeface="Times New Roman"/>
            </a:endParaRPr>
          </a:p>
          <a:p>
            <a:pPr marL="457200" lvl="0" indent="-406400" algn="l" rtl="0">
              <a:lnSpc>
                <a:spcPct val="100000"/>
              </a:lnSpc>
              <a:spcBef>
                <a:spcPts val="0"/>
              </a:spcBef>
              <a:spcAft>
                <a:spcPts val="0"/>
              </a:spcAft>
              <a:buSzPts val="2800"/>
              <a:buNone/>
            </a:pPr>
            <a:r>
              <a:rPr lang="en-US" sz="1800">
                <a:latin typeface="Times New Roman"/>
                <a:ea typeface="Times New Roman"/>
                <a:cs typeface="Times New Roman"/>
                <a:sym typeface="Times New Roman"/>
              </a:rPr>
              <a:t>2. Stephen Marsland, ―Machine Learning: An Algorithmic Perspective, CRC Press, 2009.</a:t>
            </a:r>
            <a:endParaRPr sz="1800">
              <a:latin typeface="Times New Roman"/>
              <a:ea typeface="Times New Roman"/>
              <a:cs typeface="Times New Roman"/>
              <a:sym typeface="Times New Roman"/>
            </a:endParaRPr>
          </a:p>
          <a:p>
            <a:pPr marL="457200" lvl="0" indent="-406400" algn="l" rtl="0">
              <a:lnSpc>
                <a:spcPct val="100000"/>
              </a:lnSpc>
              <a:spcBef>
                <a:spcPts val="0"/>
              </a:spcBef>
              <a:spcAft>
                <a:spcPts val="0"/>
              </a:spcAft>
              <a:buSzPts val="2800"/>
              <a:buNone/>
            </a:pPr>
            <a:r>
              <a:rPr lang="en-US" sz="1800">
                <a:latin typeface="Times New Roman"/>
                <a:ea typeface="Times New Roman"/>
                <a:cs typeface="Times New Roman"/>
                <a:sym typeface="Times New Roman"/>
              </a:rPr>
              <a:t>3. T. Hastie, R. Tibshirani, J. H. Friedman, “The Elements of Statistical Learning”, Springer; 1st edition, 2001.</a:t>
            </a:r>
            <a:endParaRPr sz="1800">
              <a:latin typeface="Times New Roman"/>
              <a:ea typeface="Times New Roman"/>
              <a:cs typeface="Times New Roman"/>
              <a:sym typeface="Times New Roman"/>
            </a:endParaRPr>
          </a:p>
          <a:p>
            <a:pPr marL="457200" lvl="0" indent="-406400" algn="l" rtl="0">
              <a:lnSpc>
                <a:spcPct val="100000"/>
              </a:lnSpc>
              <a:spcBef>
                <a:spcPts val="0"/>
              </a:spcBef>
              <a:spcAft>
                <a:spcPts val="0"/>
              </a:spcAft>
              <a:buSzPts val="2800"/>
              <a:buNone/>
            </a:pPr>
            <a:r>
              <a:rPr lang="en-US" sz="1800">
                <a:latin typeface="Times New Roman"/>
                <a:ea typeface="Times New Roman"/>
                <a:cs typeface="Times New Roman"/>
                <a:sym typeface="Times New Roman"/>
              </a:rPr>
              <a:t>4. Christopher Bishop, Pattern Recognition and Machine Learning, Springer, 2007.. </a:t>
            </a:r>
            <a:endParaRPr sz="1800">
              <a:latin typeface="Times New Roman"/>
              <a:ea typeface="Times New Roman"/>
              <a:cs typeface="Times New Roman"/>
              <a:sym typeface="Times New Roman"/>
            </a:endParaRPr>
          </a:p>
          <a:p>
            <a:pPr marL="457200" lvl="0" indent="-406400" algn="l" rtl="0">
              <a:lnSpc>
                <a:spcPct val="100000"/>
              </a:lnSpc>
              <a:spcBef>
                <a:spcPts val="0"/>
              </a:spcBef>
              <a:spcAft>
                <a:spcPts val="0"/>
              </a:spcAft>
              <a:buSzPts val="2800"/>
              <a:buNone/>
            </a:pPr>
            <a:r>
              <a:rPr lang="en-US" sz="1800">
                <a:latin typeface="Times New Roman"/>
                <a:ea typeface="Times New Roman"/>
                <a:cs typeface="Times New Roman"/>
                <a:sym typeface="Times New Roman"/>
              </a:rPr>
              <a:t> </a:t>
            </a:r>
            <a:r>
              <a:rPr lang="en-US" sz="1800" b="1">
                <a:latin typeface="Times New Roman"/>
                <a:ea typeface="Times New Roman"/>
                <a:cs typeface="Times New Roman"/>
                <a:sym typeface="Times New Roman"/>
              </a:rPr>
              <a:t>Self-Study: </a:t>
            </a:r>
            <a:r>
              <a:rPr lang="en-US" sz="1800" i="1">
                <a:latin typeface="Times New Roman"/>
                <a:ea typeface="Times New Roman"/>
                <a:cs typeface="Times New Roman"/>
                <a:sym typeface="Times New Roman"/>
              </a:rPr>
              <a:t>https://www.coursera.org/specializations/machine-learning-introduction</a:t>
            </a:r>
            <a:endParaRPr sz="1800">
              <a:latin typeface="Times New Roman"/>
              <a:ea typeface="Times New Roman"/>
              <a:cs typeface="Times New Roman"/>
              <a:sym typeface="Times New Roman"/>
            </a:endParaRPr>
          </a:p>
          <a:p>
            <a:pPr marL="457200" lvl="0" indent="-406400" algn="l" rtl="0">
              <a:lnSpc>
                <a:spcPct val="100000"/>
              </a:lnSpc>
              <a:spcBef>
                <a:spcPts val="0"/>
              </a:spcBef>
              <a:spcAft>
                <a:spcPts val="0"/>
              </a:spcAft>
              <a:buSzPts val="2800"/>
              <a:buNone/>
            </a:pPr>
            <a:endParaRPr sz="1800">
              <a:latin typeface="Times New Roman"/>
              <a:ea typeface="Times New Roman"/>
              <a:cs typeface="Times New Roman"/>
              <a:sym typeface="Times New Roman"/>
            </a:endParaRPr>
          </a:p>
          <a:p>
            <a:pPr marL="457200" lvl="0" indent="-406400" algn="l" rtl="0">
              <a:lnSpc>
                <a:spcPct val="100000"/>
              </a:lnSpc>
              <a:spcBef>
                <a:spcPts val="0"/>
              </a:spcBef>
              <a:spcAft>
                <a:spcPts val="0"/>
              </a:spcAft>
              <a:buSzPts val="1350"/>
              <a:buChar char="●"/>
            </a:pPr>
            <a:r>
              <a:rPr lang="en-US" sz="1800">
                <a:latin typeface="Times New Roman"/>
                <a:ea typeface="Times New Roman"/>
                <a:cs typeface="Times New Roman"/>
                <a:sym typeface="Times New Roman"/>
              </a:rPr>
              <a:t>https://www.edureka.co/blog/ai-vs-machine-learning-vs-deep-learning/</a:t>
            </a:r>
            <a:endParaRPr/>
          </a:p>
          <a:p>
            <a:pPr marL="457200" lvl="0" indent="-406400" algn="l" rtl="0">
              <a:lnSpc>
                <a:spcPct val="100000"/>
              </a:lnSpc>
              <a:spcBef>
                <a:spcPts val="0"/>
              </a:spcBef>
              <a:spcAft>
                <a:spcPts val="0"/>
              </a:spcAft>
              <a:buSzPts val="1350"/>
              <a:buChar char="●"/>
            </a:pPr>
            <a:r>
              <a:rPr lang="en-US" sz="1800">
                <a:latin typeface="Times New Roman"/>
                <a:ea typeface="Times New Roman"/>
                <a:cs typeface="Times New Roman"/>
                <a:sym typeface="Times New Roman"/>
              </a:rPr>
              <a:t>https://www.mygreatlearning.com/blog/what-is-artificial-intelligence/</a:t>
            </a:r>
            <a:endParaRPr/>
          </a:p>
          <a:p>
            <a:pPr marL="457200" lvl="0" indent="-406400" algn="l" rtl="0">
              <a:lnSpc>
                <a:spcPct val="100000"/>
              </a:lnSpc>
              <a:spcBef>
                <a:spcPts val="0"/>
              </a:spcBef>
              <a:spcAft>
                <a:spcPts val="0"/>
              </a:spcAft>
              <a:buSzPts val="1350"/>
              <a:buChar char="●"/>
            </a:pPr>
            <a:r>
              <a:rPr lang="en-US" sz="1800">
                <a:latin typeface="Times New Roman"/>
                <a:ea typeface="Times New Roman"/>
                <a:cs typeface="Times New Roman"/>
                <a:sym typeface="Times New Roman"/>
              </a:rPr>
              <a:t>https://www.topbots.com/netflix-movie-recommender-system-rework/</a:t>
            </a:r>
            <a:endParaRPr/>
          </a:p>
          <a:p>
            <a:pPr marL="457200" lvl="0" indent="-406400" algn="l" rtl="0">
              <a:lnSpc>
                <a:spcPct val="100000"/>
              </a:lnSpc>
              <a:spcBef>
                <a:spcPts val="0"/>
              </a:spcBef>
              <a:spcAft>
                <a:spcPts val="0"/>
              </a:spcAft>
              <a:buSzPts val="1350"/>
              <a:buChar char="●"/>
            </a:pPr>
            <a:r>
              <a:rPr lang="en-US" sz="1800">
                <a:latin typeface="Times New Roman"/>
                <a:ea typeface="Times New Roman"/>
                <a:cs typeface="Times New Roman"/>
                <a:sym typeface="Times New Roman"/>
              </a:rPr>
              <a:t>https://www.prnewswire.co.uk/news-releases/artificial-intelligence-ai-in-retail-  market-to-reach-usd-23-426-3-million-by-2026-rising-awareness-about-the-advantages-of-ai-in-retail-operations-to-propel-growth-says-fortune-business-insig  hts-tm--885263461.html</a:t>
            </a:r>
            <a:endParaRPr/>
          </a:p>
          <a:p>
            <a:pPr marL="457200" lvl="0" indent="-406400" algn="l" rtl="0">
              <a:lnSpc>
                <a:spcPct val="100000"/>
              </a:lnSpc>
              <a:spcBef>
                <a:spcPts val="0"/>
              </a:spcBef>
              <a:spcAft>
                <a:spcPts val="0"/>
              </a:spcAft>
              <a:buSzPts val="1350"/>
              <a:buChar char="●"/>
            </a:pPr>
            <a:r>
              <a:rPr lang="en-US" sz="1800">
                <a:latin typeface="Times New Roman"/>
                <a:ea typeface="Times New Roman"/>
                <a:cs typeface="Times New Roman"/>
                <a:sym typeface="Times New Roman"/>
              </a:rPr>
              <a:t>https://towardsdatascience.com/advantages-and-disadvantages-of-artificial-int  elligence-182a5ef6588c</a:t>
            </a:r>
            <a:endParaRPr/>
          </a:p>
          <a:p>
            <a:pPr marL="457200" lvl="0" indent="-406400" algn="l" rtl="0">
              <a:lnSpc>
                <a:spcPct val="100000"/>
              </a:lnSpc>
              <a:spcBef>
                <a:spcPts val="0"/>
              </a:spcBef>
              <a:spcAft>
                <a:spcPts val="0"/>
              </a:spcAft>
              <a:buSzPts val="1350"/>
              <a:buChar char="●"/>
            </a:pPr>
            <a:r>
              <a:rPr lang="en-US" sz="1800">
                <a:latin typeface="Times New Roman"/>
                <a:ea typeface="Times New Roman"/>
                <a:cs typeface="Times New Roman"/>
                <a:sym typeface="Times New Roman"/>
              </a:rPr>
              <a:t>https://machinelearningmastery.com/smote-oversampling-for-imbalanced-classification/</a:t>
            </a:r>
            <a:endParaRPr/>
          </a:p>
        </p:txBody>
      </p:sp>
      <p:sp>
        <p:nvSpPr>
          <p:cNvPr id="594" name="Google Shape;594;p47"/>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54</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48"/>
          <p:cNvSpPr txBox="1">
            <a:spLocks noGrp="1"/>
          </p:cNvSpPr>
          <p:nvPr>
            <p:ph type="body" idx="1"/>
          </p:nvPr>
        </p:nvSpPr>
        <p:spPr>
          <a:xfrm>
            <a:off x="415600" y="1419388"/>
            <a:ext cx="11360700" cy="4672200"/>
          </a:xfrm>
          <a:prstGeom prst="rect">
            <a:avLst/>
          </a:prstGeom>
          <a:noFill/>
          <a:ln>
            <a:noFill/>
          </a:ln>
        </p:spPr>
        <p:txBody>
          <a:bodyPr spcFirstLastPara="1" wrap="square" lIns="121900" tIns="121900" rIns="121900" bIns="121900" anchor="t" anchorCtr="0">
            <a:noAutofit/>
          </a:bodyPr>
          <a:lstStyle/>
          <a:p>
            <a:pPr marL="50800" lvl="0" indent="0" algn="l" rtl="0">
              <a:lnSpc>
                <a:spcPct val="100000"/>
              </a:lnSpc>
              <a:spcBef>
                <a:spcPts val="0"/>
              </a:spcBef>
              <a:spcAft>
                <a:spcPts val="0"/>
              </a:spcAft>
              <a:buSzPts val="2800"/>
              <a:buNone/>
            </a:pPr>
            <a:endParaRPr dirty="0"/>
          </a:p>
        </p:txBody>
      </p:sp>
      <p:sp>
        <p:nvSpPr>
          <p:cNvPr id="600" name="Google Shape;600;p48"/>
          <p:cNvSpPr txBox="1">
            <a:spLocks noGrp="1"/>
          </p:cNvSpPr>
          <p:nvPr>
            <p:ph type="sldNum" idx="12"/>
          </p:nvPr>
        </p:nvSpPr>
        <p:spPr>
          <a:xfrm>
            <a:off x="11220400" y="6408364"/>
            <a:ext cx="731700" cy="4014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55</a:t>
            </a:fld>
            <a:endParaRPr/>
          </a:p>
        </p:txBody>
      </p:sp>
      <p:sp>
        <p:nvSpPr>
          <p:cNvPr id="601" name="Google Shape;601;p48"/>
          <p:cNvSpPr txBox="1"/>
          <p:nvPr/>
        </p:nvSpPr>
        <p:spPr>
          <a:xfrm>
            <a:off x="1051561" y="2101596"/>
            <a:ext cx="7452182" cy="528991"/>
          </a:xfrm>
          <a:prstGeom prst="rect">
            <a:avLst/>
          </a:prstGeom>
          <a:noFill/>
          <a:ln>
            <a:noFill/>
          </a:ln>
        </p:spPr>
        <p:txBody>
          <a:bodyPr spcFirstLastPara="1" wrap="square" lIns="0" tIns="9525" rIns="0" bIns="0" anchor="t" anchorCtr="0">
            <a:spAutoFit/>
          </a:bodyPr>
          <a:lstStyle/>
          <a:p>
            <a:pPr marL="9525" marR="0" lvl="0" indent="0" algn="l" rtl="0">
              <a:lnSpc>
                <a:spcPct val="100000"/>
              </a:lnSpc>
              <a:spcBef>
                <a:spcPts val="0"/>
              </a:spcBef>
              <a:spcAft>
                <a:spcPts val="0"/>
              </a:spcAft>
              <a:buClr>
                <a:srgbClr val="C55A11"/>
              </a:buClr>
              <a:buSzPts val="3375"/>
              <a:buFont typeface="Arial"/>
              <a:buNone/>
            </a:pPr>
            <a:r>
              <a:rPr lang="en-US" sz="3375" b="1" i="0" u="none" strike="noStrike" cap="none" dirty="0">
                <a:solidFill>
                  <a:srgbClr val="C55A11"/>
                </a:solidFill>
                <a:latin typeface="Calibri"/>
                <a:ea typeface="Calibri"/>
                <a:cs typeface="Calibri"/>
                <a:sym typeface="Calibri"/>
              </a:rPr>
              <a:t>THANK YOU</a:t>
            </a:r>
            <a:endParaRPr sz="1400" b="0" i="0" u="none" strike="noStrike" cap="none" dirty="0">
              <a:solidFill>
                <a:srgbClr val="000000"/>
              </a:solidFill>
              <a:latin typeface="Arial"/>
              <a:ea typeface="Arial"/>
              <a:cs typeface="Arial"/>
              <a:sym typeface="Arial"/>
            </a:endParaRPr>
          </a:p>
        </p:txBody>
      </p:sp>
      <p:sp>
        <p:nvSpPr>
          <p:cNvPr id="602" name="Google Shape;602;p48"/>
          <p:cNvSpPr txBox="1"/>
          <p:nvPr/>
        </p:nvSpPr>
        <p:spPr>
          <a:xfrm>
            <a:off x="5581997" y="2794700"/>
            <a:ext cx="5638500" cy="1213800"/>
          </a:xfrm>
          <a:prstGeom prst="rect">
            <a:avLst/>
          </a:prstGeom>
          <a:noFill/>
          <a:ln>
            <a:noFill/>
          </a:ln>
        </p:spPr>
        <p:txBody>
          <a:bodyPr spcFirstLastPara="1" wrap="square" lIns="0" tIns="64275" rIns="0" bIns="0" anchor="t" anchorCtr="0">
            <a:spAutoFit/>
          </a:bodyPr>
          <a:lstStyle/>
          <a:p>
            <a:pPr marL="9525" marR="0" lvl="0" indent="0" algn="ctr" rtl="0">
              <a:lnSpc>
                <a:spcPct val="100000"/>
              </a:lnSpc>
              <a:spcBef>
                <a:spcPts val="0"/>
              </a:spcBef>
              <a:spcAft>
                <a:spcPts val="0"/>
              </a:spcAft>
              <a:buClr>
                <a:srgbClr val="000000"/>
              </a:buClr>
              <a:buSzPts val="2250"/>
              <a:buFont typeface="Arial"/>
              <a:buNone/>
            </a:pPr>
            <a:r>
              <a:rPr lang="en-US" sz="2250" b="1">
                <a:latin typeface="Calibri"/>
                <a:ea typeface="Calibri"/>
                <a:cs typeface="Calibri"/>
                <a:sym typeface="Calibri"/>
              </a:rPr>
              <a:t>Moumita Ghosh (Asst. Prof.)</a:t>
            </a:r>
            <a:endParaRPr sz="2250" b="0" i="0" u="none" strike="noStrike" cap="none">
              <a:solidFill>
                <a:srgbClr val="000000"/>
              </a:solidFill>
              <a:latin typeface="Calibri"/>
              <a:ea typeface="Calibri"/>
              <a:cs typeface="Calibri"/>
              <a:sym typeface="Calibri"/>
            </a:endParaRPr>
          </a:p>
          <a:p>
            <a:pPr marL="9525" marR="0" lvl="0" indent="0" algn="ctr" rtl="0">
              <a:lnSpc>
                <a:spcPct val="100000"/>
              </a:lnSpc>
              <a:spcBef>
                <a:spcPts val="428"/>
              </a:spcBef>
              <a:spcAft>
                <a:spcPts val="0"/>
              </a:spcAft>
              <a:buClr>
                <a:srgbClr val="000000"/>
              </a:buClr>
              <a:buSzPts val="2250"/>
              <a:buFont typeface="Arial"/>
              <a:buNone/>
            </a:pPr>
            <a:r>
              <a:rPr lang="en-US" sz="2250" b="0" i="0" u="none" strike="noStrike" cap="none">
                <a:solidFill>
                  <a:srgbClr val="000000"/>
                </a:solidFill>
                <a:latin typeface="Calibri"/>
                <a:ea typeface="Calibri"/>
                <a:cs typeface="Calibri"/>
                <a:sym typeface="Calibri"/>
              </a:rPr>
              <a:t>Department of ADSE</a:t>
            </a:r>
            <a:endParaRPr sz="2250" b="0" i="0" u="none" strike="noStrike" cap="none">
              <a:solidFill>
                <a:srgbClr val="000000"/>
              </a:solidFill>
              <a:latin typeface="Calibri"/>
              <a:ea typeface="Calibri"/>
              <a:cs typeface="Calibri"/>
              <a:sym typeface="Calibri"/>
            </a:endParaRPr>
          </a:p>
          <a:p>
            <a:pPr marL="9525" marR="0" lvl="0" indent="0" algn="ctr" rtl="0">
              <a:lnSpc>
                <a:spcPct val="100000"/>
              </a:lnSpc>
              <a:spcBef>
                <a:spcPts val="428"/>
              </a:spcBef>
              <a:spcAft>
                <a:spcPts val="0"/>
              </a:spcAft>
              <a:buClr>
                <a:srgbClr val="000000"/>
              </a:buClr>
              <a:buSzPts val="2250"/>
              <a:buFont typeface="Arial"/>
              <a:buNone/>
            </a:pPr>
            <a:r>
              <a:rPr lang="en-US" sz="2250">
                <a:latin typeface="Calibri"/>
                <a:ea typeface="Calibri"/>
                <a:cs typeface="Calibri"/>
                <a:sym typeface="Calibri"/>
              </a:rPr>
              <a:t>CHRIST (DEEMED TO BE UNIVERSITY)</a:t>
            </a:r>
            <a:endParaRPr sz="2250">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3379</Words>
  <Application>Microsoft Office PowerPoint</Application>
  <PresentationFormat>Widescreen</PresentationFormat>
  <Paragraphs>327</Paragraphs>
  <Slides>55</Slides>
  <Notes>55</Notes>
  <HiddenSlides>1</HiddenSlides>
  <MMClips>0</MMClips>
  <ScaleCrop>false</ScaleCrop>
  <HeadingPairs>
    <vt:vector size="6" baseType="variant">
      <vt:variant>
        <vt:lpstr>Fonts Used</vt:lpstr>
      </vt:variant>
      <vt:variant>
        <vt:i4>11</vt:i4>
      </vt:variant>
      <vt:variant>
        <vt:lpstr>Theme</vt:lpstr>
      </vt:variant>
      <vt:variant>
        <vt:i4>3</vt:i4>
      </vt:variant>
      <vt:variant>
        <vt:lpstr>Slide Titles</vt:lpstr>
      </vt:variant>
      <vt:variant>
        <vt:i4>55</vt:i4>
      </vt:variant>
    </vt:vector>
  </HeadingPairs>
  <TitlesOfParts>
    <vt:vector size="69" baseType="lpstr">
      <vt:lpstr>Archivo Narrow Medium</vt:lpstr>
      <vt:lpstr>IBM Plex Sans Condensed</vt:lpstr>
      <vt:lpstr>Cambria</vt:lpstr>
      <vt:lpstr>Archivo Narrow</vt:lpstr>
      <vt:lpstr>Georgia</vt:lpstr>
      <vt:lpstr>Yellowtail</vt:lpstr>
      <vt:lpstr>Arial</vt:lpstr>
      <vt:lpstr>Times New Roman</vt:lpstr>
      <vt:lpstr>Noto Sans Symbols</vt:lpstr>
      <vt:lpstr>Google Sans</vt:lpstr>
      <vt:lpstr>Calibri</vt:lpstr>
      <vt:lpstr>Simple Light</vt:lpstr>
      <vt:lpstr>Office Theme</vt:lpstr>
      <vt:lpstr>1_Simple Light</vt:lpstr>
      <vt:lpstr>CSEAM531P Machine Learning LCA Course</vt:lpstr>
      <vt:lpstr>PowerPoint Presentation</vt:lpstr>
      <vt:lpstr>PowerPoint Presentation</vt:lpstr>
      <vt:lpstr>What is Artificial Intelligence(AI)? </vt:lpstr>
      <vt:lpstr>Machine Learning </vt:lpstr>
      <vt:lpstr>Machine Learning</vt:lpstr>
      <vt:lpstr>Definition of Machine Learning</vt:lpstr>
      <vt:lpstr>Machine Learning Model Definition</vt:lpstr>
      <vt:lpstr>Traditional Modelling vs Machine Learning</vt:lpstr>
      <vt:lpstr>Machine Learning – As a flow</vt:lpstr>
      <vt:lpstr> Why is ML important?</vt:lpstr>
      <vt:lpstr>Relation between AI and ML</vt:lpstr>
      <vt:lpstr>PowerPoint Presentation</vt:lpstr>
      <vt:lpstr>AI vs. ML</vt:lpstr>
      <vt:lpstr>Features of Machine Learning</vt:lpstr>
      <vt:lpstr>PowerPoint Presentation</vt:lpstr>
      <vt:lpstr>PowerPoint Presentation</vt:lpstr>
      <vt:lpstr>PowerPoint Presentation</vt:lpstr>
      <vt:lpstr>PowerPoint Presentation</vt:lpstr>
      <vt:lpstr>PowerPoint Presentation</vt:lpstr>
      <vt:lpstr>PowerPoint Presentation</vt:lpstr>
      <vt:lpstr>Reinforcement Learning</vt:lpstr>
      <vt:lpstr>Machine Learning Models</vt:lpstr>
      <vt:lpstr>PowerPoint Presentation</vt:lpstr>
      <vt:lpstr>Types of ML</vt:lpstr>
      <vt:lpstr>TYPES OF ML</vt:lpstr>
      <vt:lpstr>Types of Machine Learning : Machine Learning is mainly categorized into three types</vt:lpstr>
      <vt:lpstr>PowerPoint Presentation</vt:lpstr>
      <vt:lpstr>Machine Learning Workflow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Example-1: Driving to Work </vt:lpstr>
      <vt:lpstr>Example: Driving to Work (Continued….)</vt:lpstr>
      <vt:lpstr>Example-2: Baking a Cake </vt:lpstr>
      <vt:lpstr>Bias-Variance Trade-off</vt:lpstr>
      <vt:lpstr>PowerPoint Presentation</vt:lpstr>
      <vt:lpstr>Overfitting </vt:lpstr>
      <vt:lpstr>Underfitting </vt:lpstr>
      <vt:lpstr>PowerPoint Presentation</vt:lpstr>
      <vt:lpstr>Bull’s Eye for Bias and  Variance Trade-off </vt:lpstr>
      <vt:lpstr>Bias – Variance Combinations </vt:lpstr>
      <vt:lpstr>Bias – Variance Combinations </vt:lpstr>
      <vt:lpstr>PowerPoint Presentation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Shiju George</dc:creator>
  <cp:lastModifiedBy>Mampi</cp:lastModifiedBy>
  <cp:revision>1</cp:revision>
  <dcterms:modified xsi:type="dcterms:W3CDTF">2026-06-22T09:10:51Z</dcterms:modified>
</cp:coreProperties>
</file>